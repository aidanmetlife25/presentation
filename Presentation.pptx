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727AB6-17FE-8121-4821-4EBA104954E2}" v="6" dt="2025-11-09T23:49:46.2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F3FCA7-8AC5-14AD-2889-29058A752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64397"/>
              </p:ext>
            </p:extLst>
          </p:nvPr>
        </p:nvGraphicFramePr>
        <p:xfrm>
          <a:off x="3022600" y="1950720"/>
          <a:ext cx="6140624" cy="3291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35156">
                  <a:extLst>
                    <a:ext uri="{9D8B030D-6E8A-4147-A177-3AD203B41FA5}">
                      <a16:colId xmlns:a16="http://schemas.microsoft.com/office/drawing/2014/main" val="3875009068"/>
                    </a:ext>
                  </a:extLst>
                </a:gridCol>
                <a:gridCol w="1535156">
                  <a:extLst>
                    <a:ext uri="{9D8B030D-6E8A-4147-A177-3AD203B41FA5}">
                      <a16:colId xmlns:a16="http://schemas.microsoft.com/office/drawing/2014/main" val="3983828992"/>
                    </a:ext>
                  </a:extLst>
                </a:gridCol>
                <a:gridCol w="1535156">
                  <a:extLst>
                    <a:ext uri="{9D8B030D-6E8A-4147-A177-3AD203B41FA5}">
                      <a16:colId xmlns:a16="http://schemas.microsoft.com/office/drawing/2014/main" val="2051697414"/>
                    </a:ext>
                  </a:extLst>
                </a:gridCol>
                <a:gridCol w="1535156">
                  <a:extLst>
                    <a:ext uri="{9D8B030D-6E8A-4147-A177-3AD203B41FA5}">
                      <a16:colId xmlns:a16="http://schemas.microsoft.com/office/drawing/2014/main" val="36424152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Type of Cost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Product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Cost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Interval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4896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License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RHEL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$7-8K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Annual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687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License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CyberArk AIM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$10K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One-Time Purchase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945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License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vSphere / Vmware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$18K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Annual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049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Infrastructure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RISC / SISC Hardware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$163,371  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Annual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331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Support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Product-Specific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TBD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TBD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260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6</cp:revision>
  <dcterms:created xsi:type="dcterms:W3CDTF">2013-07-15T20:26:40Z</dcterms:created>
  <dcterms:modified xsi:type="dcterms:W3CDTF">2025-11-09T23:49:54Z</dcterms:modified>
</cp:coreProperties>
</file>