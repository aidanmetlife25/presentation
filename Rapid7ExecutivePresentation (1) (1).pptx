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 id="2147483689" r:id="rId6"/>
  </p:sldMasterIdLst>
  <p:notesMasterIdLst>
    <p:notesMasterId r:id="rId28"/>
  </p:notesMasterIdLst>
  <p:handoutMasterIdLst>
    <p:handoutMasterId r:id="rId29"/>
  </p:handoutMasterIdLst>
  <p:sldIdLst>
    <p:sldId id="332" r:id="rId7"/>
    <p:sldId id="342" r:id="rId8"/>
    <p:sldId id="347" r:id="rId9"/>
    <p:sldId id="341" r:id="rId10"/>
    <p:sldId id="345" r:id="rId11"/>
    <p:sldId id="343" r:id="rId12"/>
    <p:sldId id="344" r:id="rId13"/>
    <p:sldId id="262" r:id="rId14"/>
    <p:sldId id="346" r:id="rId15"/>
    <p:sldId id="261" r:id="rId16"/>
    <p:sldId id="340" r:id="rId17"/>
    <p:sldId id="263" r:id="rId18"/>
    <p:sldId id="264" r:id="rId19"/>
    <p:sldId id="267" r:id="rId20"/>
    <p:sldId id="268" r:id="rId21"/>
    <p:sldId id="324" r:id="rId22"/>
    <p:sldId id="326" r:id="rId23"/>
    <p:sldId id="328" r:id="rId24"/>
    <p:sldId id="335" r:id="rId25"/>
    <p:sldId id="336" r:id="rId26"/>
    <p:sldId id="33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0C9B2E-B890-49EB-8D8C-C980F3A776EB}" v="9" dt="2025-11-06T23:09:04.729"/>
  </p1510:revLst>
</p1510:revInfo>
</file>

<file path=ppt/tableStyles.xml><?xml version="1.0" encoding="utf-8"?>
<a:tblStyleLst xmlns:a="http://schemas.openxmlformats.org/drawingml/2006/main" def="{28C5B1A6-7CDA-4FE8-980E-A958422A06AF}">
  <a:tblStyle styleId="{28C5B1A6-7CDA-4FE8-980E-A958422A06AF}" styleName="MetLife Next Horizon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fill>
          <a:noFill/>
        </a:fill>
      </a:tcStyle>
    </a:band2H>
    <a:band1V>
      <a:tcStyle>
        <a:tcBdr/>
        <a:fill>
          <a:noFill/>
        </a:fill>
      </a:tcStyle>
    </a:band1V>
    <a:band2V>
      <a:tcStyle>
        <a:tcBdr/>
        <a:fill>
          <a:noFill/>
        </a:fill>
      </a:tcStyle>
    </a:band2V>
    <a:lastCol>
      <a:tcTxStyle b="on">
        <a:fontRef idx="major"/>
        <a:schemeClr val="tx1"/>
      </a:tcTxStyle>
      <a:tcStyle>
        <a:tcBdr/>
      </a:tcStyle>
    </a:lastCol>
    <a:firstCol>
      <a:tcTxStyle b="on">
        <a:fontRef idx="major"/>
        <a:schemeClr val="tx1"/>
      </a:tcTxStyle>
      <a:tcStyle>
        <a:tcBdr/>
      </a:tcStyle>
    </a:firstCol>
    <a:lastRow>
      <a:tcTxStyle b="on">
        <a:fontRef idx="major"/>
        <a:schemeClr val="tx1"/>
      </a:tcTxStyle>
      <a:tcStyle>
        <a:tcBdr>
          <a:top>
            <a:ln w="19050">
              <a:solidFill>
                <a:schemeClr val="tx1"/>
              </a:solidFill>
            </a:ln>
          </a:top>
          <a:bottom>
            <a:ln>
              <a:noFill/>
            </a:ln>
          </a:bottom>
        </a:tcBdr>
        <a:fill>
          <a:noFill/>
        </a:fill>
      </a:tcStyle>
    </a:lastRow>
    <a:firstRow>
      <a:tcTxStyle b="on">
        <a:fontRef idx="major"/>
        <a:schemeClr val="tx1"/>
      </a:tcTxStyle>
      <a:tcStyle>
        <a:tcBdr>
          <a:top>
            <a:ln>
              <a:noFill/>
            </a:ln>
          </a:top>
          <a:bottom>
            <a:ln w="19050">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54_8BA2F816.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07_CB023B0A.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10B_928A7494.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2014</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25</c:v>
                </c:pt>
                <c:pt idx="1">
                  <c:v>15</c:v>
                </c:pt>
              </c:numCache>
            </c:numRef>
          </c:val>
          <c:extLst>
            <c:ext xmlns:c16="http://schemas.microsoft.com/office/drawing/2014/chart" uri="{C3380CC4-5D6E-409C-BE32-E72D297353CC}">
              <c16:uniqueId val="{00000000-BDEC-0345-8288-121D6CEE40DA}"/>
            </c:ext>
          </c:extLst>
        </c:ser>
        <c:ser>
          <c:idx val="1"/>
          <c:order val="1"/>
          <c:tx>
            <c:strRef>
              <c:f>Sheet1!$C$1</c:f>
              <c:strCache>
                <c:ptCount val="1"/>
                <c:pt idx="0">
                  <c:v>2015</c:v>
                </c:pt>
              </c:strCache>
            </c:strRef>
          </c:tx>
          <c:spPr>
            <a:solidFill>
              <a:schemeClr val="accent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35</c:v>
                </c:pt>
                <c:pt idx="1">
                  <c:v>20</c:v>
                </c:pt>
              </c:numCache>
            </c:numRef>
          </c:val>
          <c:extLst>
            <c:ext xmlns:c16="http://schemas.microsoft.com/office/drawing/2014/chart" uri="{C3380CC4-5D6E-409C-BE32-E72D297353CC}">
              <c16:uniqueId val="{00000001-BDEC-0345-8288-121D6CEE40DA}"/>
            </c:ext>
          </c:extLst>
        </c:ser>
        <c:ser>
          <c:idx val="2"/>
          <c:order val="2"/>
          <c:tx>
            <c:strRef>
              <c:f>Sheet1!$D$1</c:f>
              <c:strCache>
                <c:ptCount val="1"/>
                <c:pt idx="0">
                  <c:v>2016</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30</c:v>
                </c:pt>
                <c:pt idx="1">
                  <c:v>10</c:v>
                </c:pt>
              </c:numCache>
            </c:numRef>
          </c:val>
          <c:extLst>
            <c:ext xmlns:c16="http://schemas.microsoft.com/office/drawing/2014/chart" uri="{C3380CC4-5D6E-409C-BE32-E72D297353CC}">
              <c16:uniqueId val="{00000002-BDEC-0345-8288-121D6CEE40DA}"/>
            </c:ext>
          </c:extLst>
        </c:ser>
        <c:ser>
          <c:idx val="3"/>
          <c:order val="3"/>
          <c:tx>
            <c:strRef>
              <c:f>Sheet1!$E$1</c:f>
              <c:strCache>
                <c:ptCount val="1"/>
                <c:pt idx="0">
                  <c:v>2017</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40</c:v>
                </c:pt>
                <c:pt idx="1">
                  <c:v>25</c:v>
                </c:pt>
              </c:numCache>
            </c:numRef>
          </c:val>
          <c:extLst>
            <c:ext xmlns:c16="http://schemas.microsoft.com/office/drawing/2014/chart" uri="{C3380CC4-5D6E-409C-BE32-E72D297353CC}">
              <c16:uniqueId val="{00000003-BDEC-0345-8288-121D6CEE40DA}"/>
            </c:ext>
          </c:extLst>
        </c:ser>
        <c:ser>
          <c:idx val="4"/>
          <c:order val="4"/>
          <c:tx>
            <c:strRef>
              <c:f>Sheet1!$F$1</c:f>
              <c:strCache>
                <c:ptCount val="1"/>
                <c:pt idx="0">
                  <c:v>2018</c:v>
                </c:pt>
              </c:strCache>
            </c:strRef>
          </c:tx>
          <c:spPr>
            <a:solidFill>
              <a:schemeClr val="accent5"/>
            </a:solidFill>
            <a:ln>
              <a:noFill/>
            </a:ln>
            <a:effectLst/>
          </c:spPr>
          <c:invertIfNegative val="0"/>
          <c:cat>
            <c:strRef>
              <c:f>Sheet1!$A$2:$A$3</c:f>
              <c:strCache>
                <c:ptCount val="2"/>
                <c:pt idx="0">
                  <c:v>Category 1</c:v>
                </c:pt>
                <c:pt idx="1">
                  <c:v>Category 2</c:v>
                </c:pt>
              </c:strCache>
            </c:strRef>
          </c:cat>
          <c:val>
            <c:numRef>
              <c:f>Sheet1!$F$2:$F$3</c:f>
              <c:numCache>
                <c:formatCode>General</c:formatCode>
                <c:ptCount val="2"/>
                <c:pt idx="0">
                  <c:v>35</c:v>
                </c:pt>
                <c:pt idx="1">
                  <c:v>20</c:v>
                </c:pt>
              </c:numCache>
            </c:numRef>
          </c:val>
          <c:extLst>
            <c:ext xmlns:c16="http://schemas.microsoft.com/office/drawing/2014/chart" uri="{C3380CC4-5D6E-409C-BE32-E72D297353CC}">
              <c16:uniqueId val="{00000004-BDEC-0345-8288-121D6CEE40DA}"/>
            </c:ext>
          </c:extLst>
        </c:ser>
        <c:ser>
          <c:idx val="5"/>
          <c:order val="5"/>
          <c:tx>
            <c:strRef>
              <c:f>Sheet1!$G$1</c:f>
              <c:strCache>
                <c:ptCount val="1"/>
                <c:pt idx="0">
                  <c:v>2019</c:v>
                </c:pt>
              </c:strCache>
            </c:strRef>
          </c:tx>
          <c:spPr>
            <a:solidFill>
              <a:schemeClr val="accent6"/>
            </a:solidFill>
            <a:ln>
              <a:noFill/>
            </a:ln>
            <a:effectLst/>
          </c:spPr>
          <c:invertIfNegative val="0"/>
          <c:cat>
            <c:strRef>
              <c:f>Sheet1!$A$2:$A$3</c:f>
              <c:strCache>
                <c:ptCount val="2"/>
                <c:pt idx="0">
                  <c:v>Category 1</c:v>
                </c:pt>
                <c:pt idx="1">
                  <c:v>Category 2</c:v>
                </c:pt>
              </c:strCache>
            </c:strRef>
          </c:cat>
          <c:val>
            <c:numRef>
              <c:f>Sheet1!$G$2:$G$3</c:f>
              <c:numCache>
                <c:formatCode>General</c:formatCode>
                <c:ptCount val="2"/>
                <c:pt idx="0">
                  <c:v>45</c:v>
                </c:pt>
                <c:pt idx="1">
                  <c:v>30</c:v>
                </c:pt>
              </c:numCache>
            </c:numRef>
          </c:val>
          <c:extLst>
            <c:ext xmlns:c16="http://schemas.microsoft.com/office/drawing/2014/chart" uri="{C3380CC4-5D6E-409C-BE32-E72D297353CC}">
              <c16:uniqueId val="{00000005-BDEC-0345-8288-121D6CEE40DA}"/>
            </c:ext>
          </c:extLst>
        </c:ser>
        <c:dLbls>
          <c:showLegendKey val="0"/>
          <c:showVal val="0"/>
          <c:showCatName val="0"/>
          <c:showSerName val="0"/>
          <c:showPercent val="0"/>
          <c:showBubbleSize val="0"/>
        </c:dLbls>
        <c:gapWidth val="100"/>
        <c:overlap val="-10"/>
        <c:axId val="147339136"/>
        <c:axId val="147340672"/>
      </c:barChart>
      <c:catAx>
        <c:axId val="147339136"/>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147340672"/>
        <c:crosses val="autoZero"/>
        <c:auto val="1"/>
        <c:lblAlgn val="ctr"/>
        <c:lblOffset val="100"/>
        <c:noMultiLvlLbl val="0"/>
      </c:catAx>
      <c:valAx>
        <c:axId val="147340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47339136"/>
        <c:crosses val="autoZero"/>
        <c:crossBetween val="between"/>
      </c:valAx>
      <c:spPr>
        <a:noFill/>
        <a:ln>
          <a:noFill/>
        </a:ln>
        <a:effectLst/>
      </c:spPr>
    </c:plotArea>
    <c:legend>
      <c:legendPos val="b"/>
      <c:layout>
        <c:manualLayout>
          <c:xMode val="edge"/>
          <c:yMode val="edge"/>
          <c:x val="6.0429189309082844E-2"/>
          <c:y val="0.93618168997532014"/>
          <c:w val="0.91198754205020149"/>
          <c:h val="6.381831002467973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doughnutChart>
        <c:varyColors val="1"/>
        <c:ser>
          <c:idx val="0"/>
          <c:order val="0"/>
          <c:tx>
            <c:strRef>
              <c:f>Sheet1!$B$1</c:f>
              <c:strCache>
                <c:ptCount val="1"/>
                <c:pt idx="0">
                  <c:v>Value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B82-4040-B214-74B8DFE846E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B82-4040-B214-74B8DFE846E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B82-4040-B214-74B8DFE846E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B82-4040-B214-74B8DFE846E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B82-4040-B214-74B8DFE846E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B82-4040-B214-74B8DFE846E6}"/>
              </c:ext>
            </c:extLst>
          </c:dPt>
          <c:dLbls>
            <c:dLbl>
              <c:idx val="5"/>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B-0B82-4040-B214-74B8DFE846E6}"/>
                </c:ext>
              </c:extLst>
            </c:dLbl>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2014</c:v>
                </c:pt>
                <c:pt idx="1">
                  <c:v>2015</c:v>
                </c:pt>
                <c:pt idx="2">
                  <c:v>2016</c:v>
                </c:pt>
                <c:pt idx="3">
                  <c:v>2017</c:v>
                </c:pt>
                <c:pt idx="4">
                  <c:v>2018</c:v>
                </c:pt>
                <c:pt idx="5">
                  <c:v>2019</c:v>
                </c:pt>
              </c:strCache>
            </c:strRef>
          </c:cat>
          <c:val>
            <c:numRef>
              <c:f>Sheet1!$B$2:$B$7</c:f>
              <c:numCache>
                <c:formatCode>0%</c:formatCode>
                <c:ptCount val="6"/>
                <c:pt idx="0">
                  <c:v>0.5</c:v>
                </c:pt>
                <c:pt idx="1">
                  <c:v>0.1</c:v>
                </c:pt>
                <c:pt idx="2">
                  <c:v>0.1</c:v>
                </c:pt>
                <c:pt idx="3">
                  <c:v>0.1</c:v>
                </c:pt>
                <c:pt idx="4">
                  <c:v>0.1</c:v>
                </c:pt>
                <c:pt idx="5">
                  <c:v>0.1</c:v>
                </c:pt>
              </c:numCache>
            </c:numRef>
          </c:val>
          <c:extLst>
            <c:ext xmlns:c16="http://schemas.microsoft.com/office/drawing/2014/chart" uri="{C3380CC4-5D6E-409C-BE32-E72D297353CC}">
              <c16:uniqueId val="{0000000C-0B82-4040-B214-74B8DFE846E6}"/>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0"/>
          <c:y val="0.92158016855547764"/>
          <c:w val="1"/>
          <c:h val="7.841983144452241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r>
              <a:rPr lang="en-US" b="1">
                <a:latin typeface="Arial Nova" panose="020B0504020202020204" pitchFamily="34" charset="0"/>
              </a:rPr>
              <a:t>Chart title</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solidFill>
              <a:latin typeface="+mj-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Sheet1!$B$2:$B$11</c:f>
              <c:numCache>
                <c:formatCode>General</c:formatCode>
                <c:ptCount val="10"/>
                <c:pt idx="0">
                  <c:v>10</c:v>
                </c:pt>
                <c:pt idx="1">
                  <c:v>20</c:v>
                </c:pt>
                <c:pt idx="2">
                  <c:v>30</c:v>
                </c:pt>
                <c:pt idx="3">
                  <c:v>20</c:v>
                </c:pt>
                <c:pt idx="4">
                  <c:v>50</c:v>
                </c:pt>
                <c:pt idx="5">
                  <c:v>60</c:v>
                </c:pt>
                <c:pt idx="6">
                  <c:v>50</c:v>
                </c:pt>
                <c:pt idx="7">
                  <c:v>70</c:v>
                </c:pt>
                <c:pt idx="8">
                  <c:v>80</c:v>
                </c:pt>
                <c:pt idx="9">
                  <c:v>90</c:v>
                </c:pt>
              </c:numCache>
            </c:numRef>
          </c:val>
          <c:smooth val="0"/>
          <c:extLst>
            <c:ext xmlns:c16="http://schemas.microsoft.com/office/drawing/2014/chart" uri="{C3380CC4-5D6E-409C-BE32-E72D297353CC}">
              <c16:uniqueId val="{00000000-D78E-904F-BF6B-C7D15523B7E5}"/>
            </c:ext>
          </c:extLst>
        </c:ser>
        <c:ser>
          <c:idx val="1"/>
          <c:order val="1"/>
          <c:tx>
            <c:strRef>
              <c:f>Sheet1!$C$1</c:f>
              <c:strCache>
                <c:ptCount val="1"/>
                <c:pt idx="0">
                  <c:v>Series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Sheet1!$C$2:$C$11</c:f>
              <c:numCache>
                <c:formatCode>General</c:formatCode>
                <c:ptCount val="10"/>
                <c:pt idx="0">
                  <c:v>20</c:v>
                </c:pt>
                <c:pt idx="1">
                  <c:v>35</c:v>
                </c:pt>
                <c:pt idx="2">
                  <c:v>20</c:v>
                </c:pt>
                <c:pt idx="3">
                  <c:v>35</c:v>
                </c:pt>
                <c:pt idx="4">
                  <c:v>40</c:v>
                </c:pt>
                <c:pt idx="5">
                  <c:v>45</c:v>
                </c:pt>
                <c:pt idx="6">
                  <c:v>55</c:v>
                </c:pt>
                <c:pt idx="7">
                  <c:v>65</c:v>
                </c:pt>
                <c:pt idx="8">
                  <c:v>70</c:v>
                </c:pt>
                <c:pt idx="9">
                  <c:v>80</c:v>
                </c:pt>
              </c:numCache>
            </c:numRef>
          </c:val>
          <c:smooth val="0"/>
          <c:extLst>
            <c:ext xmlns:c16="http://schemas.microsoft.com/office/drawing/2014/chart" uri="{C3380CC4-5D6E-409C-BE32-E72D297353CC}">
              <c16:uniqueId val="{00000001-D78E-904F-BF6B-C7D15523B7E5}"/>
            </c:ext>
          </c:extLst>
        </c:ser>
        <c:ser>
          <c:idx val="2"/>
          <c:order val="2"/>
          <c:tx>
            <c:strRef>
              <c:f>Sheet1!$D$1</c:f>
              <c:strCache>
                <c:ptCount val="1"/>
                <c:pt idx="0">
                  <c:v>Series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Sheet1!$D$2:$D$11</c:f>
              <c:numCache>
                <c:formatCode>General</c:formatCode>
                <c:ptCount val="10"/>
                <c:pt idx="0">
                  <c:v>50</c:v>
                </c:pt>
                <c:pt idx="1">
                  <c:v>40</c:v>
                </c:pt>
                <c:pt idx="2">
                  <c:v>45</c:v>
                </c:pt>
                <c:pt idx="3">
                  <c:v>55</c:v>
                </c:pt>
                <c:pt idx="4">
                  <c:v>45</c:v>
                </c:pt>
                <c:pt idx="5">
                  <c:v>40</c:v>
                </c:pt>
                <c:pt idx="6">
                  <c:v>30</c:v>
                </c:pt>
                <c:pt idx="7">
                  <c:v>35</c:v>
                </c:pt>
                <c:pt idx="8">
                  <c:v>30</c:v>
                </c:pt>
                <c:pt idx="9">
                  <c:v>25</c:v>
                </c:pt>
              </c:numCache>
            </c:numRef>
          </c:val>
          <c:smooth val="0"/>
          <c:extLst>
            <c:ext xmlns:c16="http://schemas.microsoft.com/office/drawing/2014/chart" uri="{C3380CC4-5D6E-409C-BE32-E72D297353CC}">
              <c16:uniqueId val="{00000002-D78E-904F-BF6B-C7D15523B7E5}"/>
            </c:ext>
          </c:extLst>
        </c:ser>
        <c:ser>
          <c:idx val="3"/>
          <c:order val="3"/>
          <c:tx>
            <c:strRef>
              <c:f>Sheet1!$E$1</c:f>
              <c:strCache>
                <c:ptCount val="1"/>
                <c:pt idx="0">
                  <c:v>Series 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Sheet1!$E$2:$E$11</c:f>
              <c:numCache>
                <c:formatCode>General</c:formatCode>
                <c:ptCount val="10"/>
                <c:pt idx="0">
                  <c:v>5</c:v>
                </c:pt>
                <c:pt idx="1">
                  <c:v>10</c:v>
                </c:pt>
                <c:pt idx="2">
                  <c:v>5</c:v>
                </c:pt>
                <c:pt idx="3">
                  <c:v>15</c:v>
                </c:pt>
                <c:pt idx="4">
                  <c:v>20</c:v>
                </c:pt>
                <c:pt idx="5">
                  <c:v>15</c:v>
                </c:pt>
                <c:pt idx="6">
                  <c:v>25</c:v>
                </c:pt>
                <c:pt idx="7">
                  <c:v>30</c:v>
                </c:pt>
                <c:pt idx="8">
                  <c:v>25</c:v>
                </c:pt>
                <c:pt idx="9">
                  <c:v>40</c:v>
                </c:pt>
              </c:numCache>
            </c:numRef>
          </c:val>
          <c:smooth val="0"/>
          <c:extLst>
            <c:ext xmlns:c16="http://schemas.microsoft.com/office/drawing/2014/chart" uri="{C3380CC4-5D6E-409C-BE32-E72D297353CC}">
              <c16:uniqueId val="{00000003-D78E-904F-BF6B-C7D15523B7E5}"/>
            </c:ext>
          </c:extLst>
        </c:ser>
        <c:ser>
          <c:idx val="4"/>
          <c:order val="4"/>
          <c:tx>
            <c:strRef>
              <c:f>Sheet1!$F$1</c:f>
              <c:strCache>
                <c:ptCount val="1"/>
                <c:pt idx="0">
                  <c:v>Series 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Sheet1!$F$2:$F$11</c:f>
              <c:numCache>
                <c:formatCode>General</c:formatCode>
                <c:ptCount val="10"/>
                <c:pt idx="0">
                  <c:v>65</c:v>
                </c:pt>
                <c:pt idx="1">
                  <c:v>70</c:v>
                </c:pt>
                <c:pt idx="2">
                  <c:v>65</c:v>
                </c:pt>
                <c:pt idx="3">
                  <c:v>75</c:v>
                </c:pt>
                <c:pt idx="4">
                  <c:v>70</c:v>
                </c:pt>
                <c:pt idx="5">
                  <c:v>65</c:v>
                </c:pt>
                <c:pt idx="6">
                  <c:v>70</c:v>
                </c:pt>
                <c:pt idx="7">
                  <c:v>70</c:v>
                </c:pt>
                <c:pt idx="8">
                  <c:v>75</c:v>
                </c:pt>
                <c:pt idx="9">
                  <c:v>70</c:v>
                </c:pt>
              </c:numCache>
            </c:numRef>
          </c:val>
          <c:smooth val="0"/>
          <c:extLst>
            <c:ext xmlns:c16="http://schemas.microsoft.com/office/drawing/2014/chart" uri="{C3380CC4-5D6E-409C-BE32-E72D297353CC}">
              <c16:uniqueId val="{00000004-D78E-904F-BF6B-C7D15523B7E5}"/>
            </c:ext>
          </c:extLst>
        </c:ser>
        <c:ser>
          <c:idx val="5"/>
          <c:order val="5"/>
          <c:tx>
            <c:strRef>
              <c:f>Sheet1!$G$1</c:f>
              <c:strCache>
                <c:ptCount val="1"/>
                <c:pt idx="0">
                  <c:v>Series 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Sheet1!$A$2:$A$11</c:f>
              <c:strCache>
                <c:ptCount val="10"/>
                <c:pt idx="0">
                  <c:v>2010</c:v>
                </c:pt>
                <c:pt idx="1">
                  <c:v>2011</c:v>
                </c:pt>
                <c:pt idx="2">
                  <c:v>2012</c:v>
                </c:pt>
                <c:pt idx="3">
                  <c:v>2013</c:v>
                </c:pt>
                <c:pt idx="4">
                  <c:v>2014</c:v>
                </c:pt>
                <c:pt idx="5">
                  <c:v>2015</c:v>
                </c:pt>
                <c:pt idx="6">
                  <c:v>2016</c:v>
                </c:pt>
                <c:pt idx="7">
                  <c:v>2017</c:v>
                </c:pt>
                <c:pt idx="8">
                  <c:v>2018</c:v>
                </c:pt>
                <c:pt idx="9">
                  <c:v>2019</c:v>
                </c:pt>
              </c:strCache>
            </c:strRef>
          </c:cat>
          <c:val>
            <c:numRef>
              <c:f>Sheet1!$G$2:$G$11</c:f>
              <c:numCache>
                <c:formatCode>General</c:formatCode>
                <c:ptCount val="10"/>
                <c:pt idx="0">
                  <c:v>30</c:v>
                </c:pt>
                <c:pt idx="1">
                  <c:v>25</c:v>
                </c:pt>
                <c:pt idx="2">
                  <c:v>35</c:v>
                </c:pt>
                <c:pt idx="3">
                  <c:v>40</c:v>
                </c:pt>
                <c:pt idx="4">
                  <c:v>30</c:v>
                </c:pt>
                <c:pt idx="5">
                  <c:v>35</c:v>
                </c:pt>
                <c:pt idx="6">
                  <c:v>45</c:v>
                </c:pt>
                <c:pt idx="7">
                  <c:v>50</c:v>
                </c:pt>
                <c:pt idx="8">
                  <c:v>55</c:v>
                </c:pt>
                <c:pt idx="9">
                  <c:v>50</c:v>
                </c:pt>
              </c:numCache>
            </c:numRef>
          </c:val>
          <c:smooth val="0"/>
          <c:extLst>
            <c:ext xmlns:c16="http://schemas.microsoft.com/office/drawing/2014/chart" uri="{C3380CC4-5D6E-409C-BE32-E72D297353CC}">
              <c16:uniqueId val="{00000005-D78E-904F-BF6B-C7D15523B7E5}"/>
            </c:ext>
          </c:extLst>
        </c:ser>
        <c:dLbls>
          <c:showLegendKey val="0"/>
          <c:showVal val="0"/>
          <c:showCatName val="0"/>
          <c:showSerName val="0"/>
          <c:showPercent val="0"/>
          <c:showBubbleSize val="0"/>
        </c:dLbls>
        <c:marker val="1"/>
        <c:smooth val="0"/>
        <c:axId val="147744640"/>
        <c:axId val="147746176"/>
      </c:lineChart>
      <c:catAx>
        <c:axId val="147744640"/>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mj-lt"/>
                <a:ea typeface="+mn-ea"/>
                <a:cs typeface="+mn-cs"/>
              </a:defRPr>
            </a:pPr>
            <a:endParaRPr lang="en-US"/>
          </a:p>
        </c:txPr>
        <c:crossAx val="147746176"/>
        <c:crosses val="autoZero"/>
        <c:auto val="1"/>
        <c:lblAlgn val="ctr"/>
        <c:lblOffset val="100"/>
        <c:noMultiLvlLbl val="0"/>
      </c:catAx>
      <c:valAx>
        <c:axId val="147746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47744640"/>
        <c:crosses val="autoZero"/>
        <c:crossBetween val="between"/>
      </c:valAx>
      <c:spPr>
        <a:noFill/>
        <a:ln>
          <a:noFill/>
        </a:ln>
        <a:effectLst/>
      </c:spPr>
    </c:plotArea>
    <c:legend>
      <c:legendPos val="b"/>
      <c:layout>
        <c:manualLayout>
          <c:xMode val="edge"/>
          <c:yMode val="edge"/>
          <c:x val="5.3447485587886506E-2"/>
          <c:y val="0.93572545030078857"/>
          <c:w val="0.92585645748058354"/>
          <c:h val="6.4274549699211425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11/6/2025</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CB8535-DC0F-AF47-A510-8461A80C06B7}" type="slidenum">
              <a:rPr lang="en-US" smtClean="0"/>
              <a:t>4</a:t>
            </a:fld>
            <a:endParaRPr lang="en-US"/>
          </a:p>
        </p:txBody>
      </p:sp>
    </p:spTree>
    <p:extLst>
      <p:ext uri="{BB962C8B-B14F-4D97-AF65-F5344CB8AC3E}">
        <p14:creationId xmlns:p14="http://schemas.microsoft.com/office/powerpoint/2010/main" val="2524450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2880" marR="0" lvl="0" indent="-18288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a:t>MetLife's Config Compliance program relies on severity ratings; without this feature, we would no longer be able to provide guidance on prioritization to our stakeholders</a:t>
            </a:r>
          </a:p>
          <a:p>
            <a:r>
              <a:rPr lang="en-US"/>
              <a:t>Find out about Qualys Configuration Scans</a:t>
            </a:r>
          </a:p>
          <a:p>
            <a:r>
              <a:rPr lang="en-US"/>
              <a:t>How can I reword Configuration Compliance</a:t>
            </a:r>
          </a:p>
          <a:p>
            <a:r>
              <a:rPr lang="en-US"/>
              <a:t>Find out about configuration compliance regarding bullet 4</a:t>
            </a:r>
          </a:p>
          <a:p>
            <a:r>
              <a:rPr lang="en-US" b="0"/>
              <a:t>Make a sub bullet for number 4 (automatically every 12 hours)</a:t>
            </a:r>
          </a:p>
          <a:p>
            <a:r>
              <a:rPr lang="en-US" b="0"/>
              <a:t>Rapid7 </a:t>
            </a:r>
            <a:r>
              <a:rPr lang="en-US" b="0" err="1"/>
              <a:t>InsightVM</a:t>
            </a:r>
            <a:r>
              <a:rPr lang="en-US" b="0"/>
              <a:t> lacks the ability to automatically check and report whether systems meet specific configuration standards within its own interface. Instead, users may need to rely on external tools or manual processes. (What type of operational overhead does it add)</a:t>
            </a:r>
          </a:p>
          <a:p>
            <a:r>
              <a:rPr lang="en-US" b="0"/>
              <a:t>Maybe convert into table</a:t>
            </a:r>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a:p>
        </p:txBody>
      </p:sp>
    </p:spTree>
    <p:extLst>
      <p:ext uri="{BB962C8B-B14F-4D97-AF65-F5344CB8AC3E}">
        <p14:creationId xmlns:p14="http://schemas.microsoft.com/office/powerpoint/2010/main" val="2551495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Put AIX, BSD, Solaris and ChromeOS Support all on 1 line. (AIX and Solaris are the big ones) </a:t>
            </a:r>
          </a:p>
        </p:txBody>
      </p:sp>
      <p:sp>
        <p:nvSpPr>
          <p:cNvPr id="4" name="Slide Number Placeholder 3"/>
          <p:cNvSpPr>
            <a:spLocks noGrp="1"/>
          </p:cNvSpPr>
          <p:nvPr>
            <p:ph type="sldNum" sz="quarter" idx="5"/>
          </p:nvPr>
        </p:nvSpPr>
        <p:spPr/>
        <p:txBody>
          <a:bodyPr/>
          <a:lstStyle/>
          <a:p>
            <a:fld id="{91CB8535-DC0F-AF47-A510-8461A80C06B7}" type="slidenum">
              <a:rPr lang="en-US" smtClean="0"/>
              <a:t>6</a:t>
            </a:fld>
            <a:endParaRPr lang="en-US"/>
          </a:p>
        </p:txBody>
      </p:sp>
    </p:spTree>
    <p:extLst>
      <p:ext uri="{BB962C8B-B14F-4D97-AF65-F5344CB8AC3E}">
        <p14:creationId xmlns:p14="http://schemas.microsoft.com/office/powerpoint/2010/main" val="224561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total of 3 years break it down to what it will cost per year</a:t>
            </a:r>
          </a:p>
          <a:p>
            <a:r>
              <a:rPr lang="en-US"/>
              <a:t>Make a table like the BitSight Cost table</a:t>
            </a:r>
          </a:p>
        </p:txBody>
      </p:sp>
      <p:sp>
        <p:nvSpPr>
          <p:cNvPr id="4" name="Slide Number Placeholder 3"/>
          <p:cNvSpPr>
            <a:spLocks noGrp="1"/>
          </p:cNvSpPr>
          <p:nvPr>
            <p:ph type="sldNum" sz="quarter" idx="5"/>
          </p:nvPr>
        </p:nvSpPr>
        <p:spPr/>
        <p:txBody>
          <a:bodyPr/>
          <a:lstStyle/>
          <a:p>
            <a:fld id="{91CB8535-DC0F-AF47-A510-8461A80C06B7}" type="slidenum">
              <a:rPr lang="en-US" smtClean="0"/>
              <a:t>7</a:t>
            </a:fld>
            <a:endParaRPr lang="en-US"/>
          </a:p>
        </p:txBody>
      </p:sp>
    </p:spTree>
    <p:extLst>
      <p:ext uri="{BB962C8B-B14F-4D97-AF65-F5344CB8AC3E}">
        <p14:creationId xmlns:p14="http://schemas.microsoft.com/office/powerpoint/2010/main" val="2168862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CB8535-DC0F-AF47-A510-8461A80C06B7}" type="slidenum">
              <a:rPr lang="en-US" smtClean="0"/>
              <a:t>13</a:t>
            </a:fld>
            <a:endParaRPr lang="en-US"/>
          </a:p>
        </p:txBody>
      </p:sp>
    </p:spTree>
    <p:extLst>
      <p:ext uri="{BB962C8B-B14F-4D97-AF65-F5344CB8AC3E}">
        <p14:creationId xmlns:p14="http://schemas.microsoft.com/office/powerpoint/2010/main" val="2778152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CB8535-DC0F-AF47-A510-8461A80C06B7}" type="slidenum">
              <a:rPr lang="en-US" smtClean="0"/>
              <a:t>18</a:t>
            </a:fld>
            <a:endParaRPr lang="en-US"/>
          </a:p>
        </p:txBody>
      </p:sp>
    </p:spTree>
    <p:extLst>
      <p:ext uri="{BB962C8B-B14F-4D97-AF65-F5344CB8AC3E}">
        <p14:creationId xmlns:p14="http://schemas.microsoft.com/office/powerpoint/2010/main" val="27186210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Master" Target="../slideMasters/slideMaster1.xml"/><Relationship Id="rId5" Type="http://schemas.openxmlformats.org/officeDocument/2006/relationships/image" Target="../media/image15.png"/><Relationship Id="rId4" Type="http://schemas.microsoft.com/office/2007/relationships/hdphoto" Target="../media/hdphoto1.wdp"/></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87B75F-F9D0-5776-3335-21F5B0EFDCEC}"/>
              </a:ext>
            </a:extLst>
          </p:cNvPr>
          <p:cNvPicPr>
            <a:picLocks noChangeAspect="1"/>
          </p:cNvPicPr>
          <p:nvPr userDrawn="1"/>
        </p:nvPicPr>
        <p:blipFill>
          <a:blip r:embed="rId2"/>
          <a:srcRect t="755" b="755"/>
          <a:stretch/>
        </p:blipFill>
        <p:spPr>
          <a:xfrm rot="10800000">
            <a:off x="0" y="0"/>
            <a:ext cx="12192000" cy="6858000"/>
          </a:xfrm>
          <a:prstGeom prst="rect">
            <a:avLst/>
          </a:prstGeom>
        </p:spPr>
      </p:pic>
      <p:pic>
        <p:nvPicPr>
          <p:cNvPr id="15" name="Picture 14">
            <a:extLst>
              <a:ext uri="{FF2B5EF4-FFF2-40B4-BE49-F238E27FC236}">
                <a16:creationId xmlns:a16="http://schemas.microsoft.com/office/drawing/2014/main" id="{0B82B1CD-5701-07C5-09F9-7D6259EA4018}"/>
              </a:ext>
            </a:extLst>
          </p:cNvPr>
          <p:cNvPicPr>
            <a:picLocks noChangeAspect="1"/>
          </p:cNvPicPr>
          <p:nvPr userDrawn="1"/>
        </p:nvPicPr>
        <p:blipFill>
          <a:blip r:embed="rId3"/>
          <a:srcRect/>
          <a:stretch/>
        </p:blipFill>
        <p:spPr>
          <a:xfrm>
            <a:off x="935086" y="852506"/>
            <a:ext cx="2444160" cy="514560"/>
          </a:xfrm>
          <a:prstGeom prst="rect">
            <a:avLst/>
          </a:prstGeom>
        </p:spPr>
      </p:pic>
      <p:pic>
        <p:nvPicPr>
          <p:cNvPr id="4" name="Picture 3" descr="A black background with white letters&#10;&#10;Description automatically generated">
            <a:extLst>
              <a:ext uri="{FF2B5EF4-FFF2-40B4-BE49-F238E27FC236}">
                <a16:creationId xmlns:a16="http://schemas.microsoft.com/office/drawing/2014/main" id="{0F1301D1-428D-FF87-3409-8E7E07BFC56C}"/>
              </a:ext>
            </a:extLst>
          </p:cNvPr>
          <p:cNvPicPr>
            <a:picLocks noChangeAspect="1"/>
          </p:cNvPicPr>
          <p:nvPr userDrawn="1"/>
        </p:nvPicPr>
        <p:blipFill>
          <a:blip r:embed="rId4"/>
          <a:stretch>
            <a:fillRect/>
          </a:stretch>
        </p:blipFill>
        <p:spPr>
          <a:xfrm>
            <a:off x="234265" y="2219573"/>
            <a:ext cx="7772400" cy="3243505"/>
          </a:xfrm>
          <a:prstGeom prst="rect">
            <a:avLst/>
          </a:prstGeom>
        </p:spPr>
      </p:pic>
      <p:sp>
        <p:nvSpPr>
          <p:cNvPr id="3" name="Text Placeholder 9">
            <a:extLst>
              <a:ext uri="{FF2B5EF4-FFF2-40B4-BE49-F238E27FC236}">
                <a16:creationId xmlns:a16="http://schemas.microsoft.com/office/drawing/2014/main" id="{EE2D4109-2D21-3406-5D0F-2977B378E5A7}"/>
              </a:ext>
            </a:extLst>
          </p:cNvPr>
          <p:cNvSpPr>
            <a:spLocks noGrp="1"/>
          </p:cNvSpPr>
          <p:nvPr>
            <p:ph type="body" sz="quarter" idx="10" hasCustomPrompt="1"/>
          </p:nvPr>
        </p:nvSpPr>
        <p:spPr>
          <a:xfrm>
            <a:off x="935086"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a:t>Presentation title</a:t>
            </a:r>
          </a:p>
          <a:p>
            <a:pPr lvl="0"/>
            <a:r>
              <a:rPr lang="en-US"/>
              <a:t>Presented by</a:t>
            </a:r>
          </a:p>
        </p:txBody>
      </p:sp>
    </p:spTree>
    <p:extLst>
      <p:ext uri="{BB962C8B-B14F-4D97-AF65-F5344CB8AC3E}">
        <p14:creationId xmlns:p14="http://schemas.microsoft.com/office/powerpoint/2010/main" val="15450130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Intro and Outro Slide">
    <p:spTree>
      <p:nvGrpSpPr>
        <p:cNvPr id="1" name=""/>
        <p:cNvGrpSpPr/>
        <p:nvPr/>
      </p:nvGrpSpPr>
      <p:grpSpPr>
        <a:xfrm>
          <a:off x="0" y="0"/>
          <a:ext cx="0" cy="0"/>
          <a:chOff x="0" y="0"/>
          <a:chExt cx="0" cy="0"/>
        </a:xfrm>
      </p:grpSpPr>
      <p:pic>
        <p:nvPicPr>
          <p:cNvPr id="6" name="Picture 5" descr="A blue and yellow background&#10;&#10;AI-generated content may be incorrect.">
            <a:extLst>
              <a:ext uri="{FF2B5EF4-FFF2-40B4-BE49-F238E27FC236}">
                <a16:creationId xmlns:a16="http://schemas.microsoft.com/office/drawing/2014/main" id="{70F45D8E-971E-0FB3-EBA3-12AD4C3FACAA}"/>
              </a:ext>
            </a:extLst>
          </p:cNvPr>
          <p:cNvPicPr>
            <a:picLocks noChangeAspect="1"/>
          </p:cNvPicPr>
          <p:nvPr userDrawn="1"/>
        </p:nvPicPr>
        <p:blipFill>
          <a:blip r:embed="rId2">
            <a:alphaModFix/>
          </a:blip>
          <a:stretch>
            <a:fillRect/>
          </a:stretch>
        </p:blipFill>
        <p:spPr>
          <a:xfrm flipH="1" flipV="1">
            <a:off x="-1" y="1785"/>
            <a:ext cx="12195175" cy="6856215"/>
          </a:xfrm>
          <a:prstGeom prst="rect">
            <a:avLst/>
          </a:prstGeom>
        </p:spPr>
      </p:pic>
      <p:pic>
        <p:nvPicPr>
          <p:cNvPr id="15" name="Picture 14">
            <a:extLst>
              <a:ext uri="{FF2B5EF4-FFF2-40B4-BE49-F238E27FC236}">
                <a16:creationId xmlns:a16="http://schemas.microsoft.com/office/drawing/2014/main" id="{0B82B1CD-5701-07C5-09F9-7D6259EA4018}"/>
              </a:ext>
            </a:extLst>
          </p:cNvPr>
          <p:cNvPicPr>
            <a:picLocks noChangeAspect="1"/>
          </p:cNvPicPr>
          <p:nvPr userDrawn="1"/>
        </p:nvPicPr>
        <p:blipFill>
          <a:blip r:embed="rId3"/>
          <a:srcRect/>
          <a:stretch/>
        </p:blipFill>
        <p:spPr>
          <a:xfrm>
            <a:off x="935086" y="1229696"/>
            <a:ext cx="2444160" cy="514560"/>
          </a:xfrm>
          <a:prstGeom prst="rect">
            <a:avLst/>
          </a:prstGeom>
        </p:spPr>
      </p:pic>
      <p:sp>
        <p:nvSpPr>
          <p:cNvPr id="17" name="Text Placeholder 16">
            <a:extLst>
              <a:ext uri="{FF2B5EF4-FFF2-40B4-BE49-F238E27FC236}">
                <a16:creationId xmlns:a16="http://schemas.microsoft.com/office/drawing/2014/main" id="{990E19EA-2A1F-AEF6-D514-113DA4356B5B}"/>
              </a:ext>
            </a:extLst>
          </p:cNvPr>
          <p:cNvSpPr>
            <a:spLocks noGrp="1"/>
          </p:cNvSpPr>
          <p:nvPr>
            <p:ph type="body" sz="quarter" idx="10" hasCustomPrompt="1"/>
          </p:nvPr>
        </p:nvSpPr>
        <p:spPr>
          <a:xfrm>
            <a:off x="935085" y="4649517"/>
            <a:ext cx="4080667" cy="595214"/>
          </a:xfrm>
        </p:spPr>
        <p:txBody>
          <a:bodyPr/>
          <a:lstStyle>
            <a:lvl1pPr marL="0" indent="0">
              <a:lnSpc>
                <a:spcPct val="100000"/>
              </a:lnSpc>
              <a:spcBef>
                <a:spcPts val="0"/>
              </a:spcBef>
              <a:buNone/>
              <a:defRPr sz="14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Presenter Name</a:t>
            </a:r>
          </a:p>
          <a:p>
            <a:pPr lvl="0"/>
            <a:r>
              <a:rPr lang="en-US"/>
              <a:t>Month xx, 2025</a:t>
            </a:r>
          </a:p>
        </p:txBody>
      </p:sp>
      <p:sp>
        <p:nvSpPr>
          <p:cNvPr id="19" name="Text Placeholder 18">
            <a:extLst>
              <a:ext uri="{FF2B5EF4-FFF2-40B4-BE49-F238E27FC236}">
                <a16:creationId xmlns:a16="http://schemas.microsoft.com/office/drawing/2014/main" id="{61314432-35C5-E2F0-7271-043D2DEED822}"/>
              </a:ext>
            </a:extLst>
          </p:cNvPr>
          <p:cNvSpPr>
            <a:spLocks noGrp="1"/>
          </p:cNvSpPr>
          <p:nvPr>
            <p:ph type="body" sz="quarter" idx="11" hasCustomPrompt="1"/>
          </p:nvPr>
        </p:nvSpPr>
        <p:spPr>
          <a:xfrm>
            <a:off x="935085" y="2554941"/>
            <a:ext cx="10138615" cy="1500132"/>
          </a:xfrm>
        </p:spPr>
        <p:txBody>
          <a:bodyPr anchor="b"/>
          <a:lstStyle>
            <a:lvl1pPr marL="0" indent="0">
              <a:spcBef>
                <a:spcPts val="0"/>
              </a:spcBef>
              <a:buNone/>
              <a:defRPr sz="4400" b="1">
                <a:solidFill>
                  <a:schemeClr val="bg1"/>
                </a:solidFill>
              </a:defRPr>
            </a:lvl1pPr>
            <a:lvl2pPr marL="228600" indent="0">
              <a:buNone/>
              <a:defRPr sz="4400" b="1">
                <a:solidFill>
                  <a:schemeClr val="bg1"/>
                </a:solidFill>
              </a:defRPr>
            </a:lvl2pPr>
            <a:lvl3pPr marL="457200" indent="0">
              <a:buNone/>
              <a:defRPr sz="4400" b="1">
                <a:solidFill>
                  <a:schemeClr val="bg1"/>
                </a:solidFill>
              </a:defRPr>
            </a:lvl3pPr>
            <a:lvl4pPr marL="685800" indent="0">
              <a:buNone/>
              <a:defRPr sz="4400" b="1">
                <a:solidFill>
                  <a:schemeClr val="bg1"/>
                </a:solidFill>
              </a:defRPr>
            </a:lvl4pPr>
            <a:lvl5pPr marL="914400" indent="0">
              <a:buNone/>
              <a:defRPr sz="4400" b="1">
                <a:solidFill>
                  <a:schemeClr val="bg1"/>
                </a:solidFill>
              </a:defRPr>
            </a:lvl5pPr>
          </a:lstStyle>
          <a:p>
            <a:pPr lvl="0"/>
            <a:r>
              <a:rPr lang="en-US"/>
              <a:t>Presenter Line</a:t>
            </a:r>
          </a:p>
        </p:txBody>
      </p:sp>
    </p:spTree>
    <p:extLst>
      <p:ext uri="{BB962C8B-B14F-4D97-AF65-F5344CB8AC3E}">
        <p14:creationId xmlns:p14="http://schemas.microsoft.com/office/powerpoint/2010/main" val="17615585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2">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a:stretch/>
        </p:blipFill>
        <p:spPr>
          <a:xfrm>
            <a:off x="0" y="0"/>
            <a:ext cx="12192000" cy="6858000"/>
          </a:xfrm>
          <a:prstGeom prst="rect">
            <a:avLst/>
          </a:prstGeom>
        </p:spPr>
      </p:pic>
      <p:pic>
        <p:nvPicPr>
          <p:cNvPr id="2" name="Picture 1" descr="A white text on a black background&#10;&#10;Description automatically generated">
            <a:extLst>
              <a:ext uri="{FF2B5EF4-FFF2-40B4-BE49-F238E27FC236}">
                <a16:creationId xmlns:a16="http://schemas.microsoft.com/office/drawing/2014/main" id="{C742533E-CDD0-34BB-872C-19D3C4D6D8F3}"/>
              </a:ext>
            </a:extLst>
          </p:cNvPr>
          <p:cNvPicPr>
            <a:picLocks noChangeAspect="1"/>
          </p:cNvPicPr>
          <p:nvPr userDrawn="1"/>
        </p:nvPicPr>
        <p:blipFill>
          <a:blip r:embed="rId3"/>
          <a:stretch>
            <a:fillRect/>
          </a:stretch>
        </p:blipFill>
        <p:spPr>
          <a:xfrm>
            <a:off x="1392419" y="1624444"/>
            <a:ext cx="2444160" cy="514560"/>
          </a:xfrm>
          <a:prstGeom prst="rect">
            <a:avLst/>
          </a:prstGeom>
        </p:spPr>
      </p:pic>
      <p:sp>
        <p:nvSpPr>
          <p:cNvPr id="3" name="Text Placeholder 9">
            <a:extLst>
              <a:ext uri="{FF2B5EF4-FFF2-40B4-BE49-F238E27FC236}">
                <a16:creationId xmlns:a16="http://schemas.microsoft.com/office/drawing/2014/main" id="{1327772F-C265-93E5-5A59-5FCA5B61BBD3}"/>
              </a:ext>
            </a:extLst>
          </p:cNvPr>
          <p:cNvSpPr>
            <a:spLocks noGrp="1"/>
          </p:cNvSpPr>
          <p:nvPr>
            <p:ph type="body" sz="quarter" idx="10" hasCustomPrompt="1"/>
          </p:nvPr>
        </p:nvSpPr>
        <p:spPr>
          <a:xfrm>
            <a:off x="1392419"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a:t>Presentation title</a:t>
            </a:r>
          </a:p>
          <a:p>
            <a:pPr lvl="0"/>
            <a:r>
              <a:rPr lang="en-US"/>
              <a:t>Presented by</a:t>
            </a:r>
          </a:p>
        </p:txBody>
      </p:sp>
    </p:spTree>
    <p:extLst>
      <p:ext uri="{BB962C8B-B14F-4D97-AF65-F5344CB8AC3E}">
        <p14:creationId xmlns:p14="http://schemas.microsoft.com/office/powerpoint/2010/main" val="10075160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Intro and Outro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a:stretch/>
        </p:blipFill>
        <p:spPr>
          <a:xfrm>
            <a:off x="11151" y="0"/>
            <a:ext cx="12192000" cy="6858000"/>
          </a:xfrm>
          <a:prstGeom prst="rect">
            <a:avLst/>
          </a:prstGeom>
        </p:spPr>
      </p:pic>
      <p:pic>
        <p:nvPicPr>
          <p:cNvPr id="3" name="Picture 2">
            <a:extLst>
              <a:ext uri="{FF2B5EF4-FFF2-40B4-BE49-F238E27FC236}">
                <a16:creationId xmlns:a16="http://schemas.microsoft.com/office/drawing/2014/main" id="{2C33075F-B345-B0DC-CB70-6E60EF354C28}"/>
              </a:ext>
            </a:extLst>
          </p:cNvPr>
          <p:cNvPicPr>
            <a:picLocks noChangeAspect="1"/>
          </p:cNvPicPr>
          <p:nvPr userDrawn="1"/>
        </p:nvPicPr>
        <p:blipFill>
          <a:blip r:embed="rId3">
            <a:alphaModFix/>
          </a:blip>
          <a:srcRect/>
          <a:stretch/>
        </p:blipFill>
        <p:spPr>
          <a:xfrm>
            <a:off x="11151" y="0"/>
            <a:ext cx="12192000" cy="6858000"/>
          </a:xfrm>
          <a:prstGeom prst="rect">
            <a:avLst/>
          </a:prstGeom>
        </p:spPr>
      </p:pic>
      <p:pic>
        <p:nvPicPr>
          <p:cNvPr id="2" name="Picture 1" descr="A white text on a black background&#10;&#10;Description automatically generated">
            <a:extLst>
              <a:ext uri="{FF2B5EF4-FFF2-40B4-BE49-F238E27FC236}">
                <a16:creationId xmlns:a16="http://schemas.microsoft.com/office/drawing/2014/main" id="{C742533E-CDD0-34BB-872C-19D3C4D6D8F3}"/>
              </a:ext>
            </a:extLst>
          </p:cNvPr>
          <p:cNvPicPr>
            <a:picLocks noChangeAspect="1"/>
          </p:cNvPicPr>
          <p:nvPr userDrawn="1"/>
        </p:nvPicPr>
        <p:blipFill>
          <a:blip r:embed="rId4"/>
          <a:stretch>
            <a:fillRect/>
          </a:stretch>
        </p:blipFill>
        <p:spPr>
          <a:xfrm>
            <a:off x="1392419" y="1925891"/>
            <a:ext cx="2444160" cy="514560"/>
          </a:xfrm>
          <a:prstGeom prst="rect">
            <a:avLst/>
          </a:prstGeom>
        </p:spPr>
      </p:pic>
      <p:sp>
        <p:nvSpPr>
          <p:cNvPr id="4" name="Text Placeholder 16">
            <a:extLst>
              <a:ext uri="{FF2B5EF4-FFF2-40B4-BE49-F238E27FC236}">
                <a16:creationId xmlns:a16="http://schemas.microsoft.com/office/drawing/2014/main" id="{4C0E2EF9-633D-4529-70F4-1D5F4D448C25}"/>
              </a:ext>
            </a:extLst>
          </p:cNvPr>
          <p:cNvSpPr>
            <a:spLocks noGrp="1"/>
          </p:cNvSpPr>
          <p:nvPr>
            <p:ph type="body" sz="quarter" idx="10" hasCustomPrompt="1"/>
          </p:nvPr>
        </p:nvSpPr>
        <p:spPr>
          <a:xfrm>
            <a:off x="1392420" y="5307164"/>
            <a:ext cx="4080667" cy="595214"/>
          </a:xfrm>
        </p:spPr>
        <p:txBody>
          <a:bodyPr/>
          <a:lstStyle>
            <a:lvl1pPr marL="0" indent="0">
              <a:lnSpc>
                <a:spcPct val="100000"/>
              </a:lnSpc>
              <a:spcBef>
                <a:spcPts val="0"/>
              </a:spcBef>
              <a:buNone/>
              <a:defRPr sz="14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Presenter Name</a:t>
            </a:r>
          </a:p>
          <a:p>
            <a:pPr lvl="0"/>
            <a:r>
              <a:rPr lang="en-US"/>
              <a:t>Month xx, 2025</a:t>
            </a:r>
          </a:p>
        </p:txBody>
      </p:sp>
      <p:sp>
        <p:nvSpPr>
          <p:cNvPr id="6" name="Text Placeholder 18">
            <a:extLst>
              <a:ext uri="{FF2B5EF4-FFF2-40B4-BE49-F238E27FC236}">
                <a16:creationId xmlns:a16="http://schemas.microsoft.com/office/drawing/2014/main" id="{BBEDCA9F-4767-9E95-7795-EB1163713655}"/>
              </a:ext>
            </a:extLst>
          </p:cNvPr>
          <p:cNvSpPr>
            <a:spLocks noGrp="1"/>
          </p:cNvSpPr>
          <p:nvPr>
            <p:ph type="body" sz="quarter" idx="11" hasCustomPrompt="1"/>
          </p:nvPr>
        </p:nvSpPr>
        <p:spPr>
          <a:xfrm>
            <a:off x="1392420" y="3251136"/>
            <a:ext cx="10138615" cy="1500132"/>
          </a:xfrm>
        </p:spPr>
        <p:txBody>
          <a:bodyPr anchor="b"/>
          <a:lstStyle>
            <a:lvl1pPr marL="0" indent="0">
              <a:spcBef>
                <a:spcPts val="0"/>
              </a:spcBef>
              <a:buNone/>
              <a:defRPr sz="4400" b="1">
                <a:solidFill>
                  <a:schemeClr val="bg1"/>
                </a:solidFill>
              </a:defRPr>
            </a:lvl1pPr>
            <a:lvl2pPr marL="228600" indent="0">
              <a:buNone/>
              <a:defRPr sz="4400" b="1">
                <a:solidFill>
                  <a:schemeClr val="bg1"/>
                </a:solidFill>
              </a:defRPr>
            </a:lvl2pPr>
            <a:lvl3pPr marL="457200" indent="0">
              <a:buNone/>
              <a:defRPr sz="4400" b="1">
                <a:solidFill>
                  <a:schemeClr val="bg1"/>
                </a:solidFill>
              </a:defRPr>
            </a:lvl3pPr>
            <a:lvl4pPr marL="685800" indent="0">
              <a:buNone/>
              <a:defRPr sz="4400" b="1">
                <a:solidFill>
                  <a:schemeClr val="bg1"/>
                </a:solidFill>
              </a:defRPr>
            </a:lvl4pPr>
            <a:lvl5pPr marL="914400" indent="0">
              <a:buNone/>
              <a:defRPr sz="4400" b="1">
                <a:solidFill>
                  <a:schemeClr val="bg1"/>
                </a:solidFill>
              </a:defRPr>
            </a:lvl5pPr>
          </a:lstStyle>
          <a:p>
            <a:pPr lvl="0"/>
            <a:r>
              <a:rPr lang="en-US"/>
              <a:t>Presentation Title Line One</a:t>
            </a:r>
          </a:p>
          <a:p>
            <a:pPr lvl="0"/>
            <a:r>
              <a:rPr lang="en-US"/>
              <a:t>Presentation Title Line Two</a:t>
            </a:r>
          </a:p>
        </p:txBody>
      </p:sp>
    </p:spTree>
    <p:extLst>
      <p:ext uri="{BB962C8B-B14F-4D97-AF65-F5344CB8AC3E}">
        <p14:creationId xmlns:p14="http://schemas.microsoft.com/office/powerpoint/2010/main" val="41082317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Intro and Outro Slide_3">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t="755" b="755"/>
          <a:stretch/>
        </p:blipFill>
        <p:spPr>
          <a:xfrm>
            <a:off x="0" y="0"/>
            <a:ext cx="12192000" cy="6858000"/>
          </a:xfrm>
          <a:prstGeom prst="rect">
            <a:avLst/>
          </a:prstGeom>
        </p:spPr>
      </p:pic>
      <p:pic>
        <p:nvPicPr>
          <p:cNvPr id="15" name="Picture 14" descr="A white text on a black background&#10;&#10;Description automatically generated">
            <a:extLst>
              <a:ext uri="{FF2B5EF4-FFF2-40B4-BE49-F238E27FC236}">
                <a16:creationId xmlns:a16="http://schemas.microsoft.com/office/drawing/2014/main" id="{0B82B1CD-5701-07C5-09F9-7D6259EA4018}"/>
              </a:ext>
            </a:extLst>
          </p:cNvPr>
          <p:cNvPicPr>
            <a:picLocks noChangeAspect="1"/>
          </p:cNvPicPr>
          <p:nvPr userDrawn="1"/>
        </p:nvPicPr>
        <p:blipFill>
          <a:blip r:embed="rId3"/>
          <a:stretch>
            <a:fillRect/>
          </a:stretch>
        </p:blipFill>
        <p:spPr>
          <a:xfrm>
            <a:off x="4046167" y="1127488"/>
            <a:ext cx="2444160" cy="514560"/>
          </a:xfrm>
          <a:prstGeom prst="rect">
            <a:avLst/>
          </a:prstGeom>
        </p:spPr>
      </p:pic>
      <p:pic>
        <p:nvPicPr>
          <p:cNvPr id="9" name="Picture 8" descr="A white text on a black background&#10;&#10;Description automatically generated">
            <a:extLst>
              <a:ext uri="{FF2B5EF4-FFF2-40B4-BE49-F238E27FC236}">
                <a16:creationId xmlns:a16="http://schemas.microsoft.com/office/drawing/2014/main" id="{FDECE4F9-2CB4-D8AA-6BDC-7F4EDFA9393A}"/>
              </a:ext>
            </a:extLst>
          </p:cNvPr>
          <p:cNvPicPr>
            <a:picLocks noChangeAspect="1"/>
          </p:cNvPicPr>
          <p:nvPr userDrawn="1"/>
        </p:nvPicPr>
        <p:blipFill>
          <a:blip r:embed="rId4"/>
          <a:stretch>
            <a:fillRect/>
          </a:stretch>
        </p:blipFill>
        <p:spPr>
          <a:xfrm>
            <a:off x="3912637" y="2328179"/>
            <a:ext cx="6276392" cy="2201641"/>
          </a:xfrm>
          <a:prstGeom prst="rect">
            <a:avLst/>
          </a:prstGeom>
        </p:spPr>
      </p:pic>
      <p:sp>
        <p:nvSpPr>
          <p:cNvPr id="10" name="Text Placeholder 9">
            <a:extLst>
              <a:ext uri="{FF2B5EF4-FFF2-40B4-BE49-F238E27FC236}">
                <a16:creationId xmlns:a16="http://schemas.microsoft.com/office/drawing/2014/main" id="{D713727D-E21B-3877-0CAA-CE22787A85C4}"/>
              </a:ext>
            </a:extLst>
          </p:cNvPr>
          <p:cNvSpPr>
            <a:spLocks noGrp="1"/>
          </p:cNvSpPr>
          <p:nvPr>
            <p:ph type="body" sz="quarter" idx="10" hasCustomPrompt="1"/>
          </p:nvPr>
        </p:nvSpPr>
        <p:spPr>
          <a:xfrm>
            <a:off x="4057597" y="5392737"/>
            <a:ext cx="7677203" cy="1096963"/>
          </a:xfrm>
        </p:spPr>
        <p:txBody>
          <a:bodyPr/>
          <a:lstStyle>
            <a:lvl1pPr marL="0" indent="0">
              <a:buFontTx/>
              <a:buNone/>
              <a:defRPr sz="1800" b="1">
                <a:solidFill>
                  <a:schemeClr val="bg1"/>
                </a:solidFill>
              </a:defRPr>
            </a:lvl1pPr>
            <a:lvl2pPr marL="228600" indent="0">
              <a:buFontTx/>
              <a:buNone/>
              <a:defRPr sz="1800" b="1">
                <a:solidFill>
                  <a:schemeClr val="bg1"/>
                </a:solidFill>
              </a:defRPr>
            </a:lvl2pPr>
            <a:lvl3pPr marL="457200" indent="0">
              <a:buFontTx/>
              <a:buNone/>
              <a:defRPr sz="1800" b="1">
                <a:solidFill>
                  <a:schemeClr val="bg1"/>
                </a:solidFill>
              </a:defRPr>
            </a:lvl3pPr>
            <a:lvl4pPr marL="685800" indent="0">
              <a:buFontTx/>
              <a:buNone/>
              <a:defRPr sz="1800" b="1">
                <a:solidFill>
                  <a:schemeClr val="bg1"/>
                </a:solidFill>
              </a:defRPr>
            </a:lvl4pPr>
            <a:lvl5pPr marL="914400" indent="0">
              <a:buFontTx/>
              <a:buNone/>
              <a:defRPr sz="1800" b="1">
                <a:solidFill>
                  <a:schemeClr val="bg1"/>
                </a:solidFill>
              </a:defRPr>
            </a:lvl5pPr>
          </a:lstStyle>
          <a:p>
            <a:pPr lvl="0"/>
            <a:r>
              <a:rPr lang="en-US"/>
              <a:t>Presentation title</a:t>
            </a:r>
          </a:p>
          <a:p>
            <a:pPr lvl="0"/>
            <a:r>
              <a:rPr lang="en-US"/>
              <a:t>Presented by</a:t>
            </a:r>
          </a:p>
        </p:txBody>
      </p:sp>
    </p:spTree>
    <p:extLst>
      <p:ext uri="{BB962C8B-B14F-4D97-AF65-F5344CB8AC3E}">
        <p14:creationId xmlns:p14="http://schemas.microsoft.com/office/powerpoint/2010/main" val="41768449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Intro and Outro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8DFEA6-102A-2710-9E1B-152D215114F9}"/>
              </a:ext>
            </a:extLst>
          </p:cNvPr>
          <p:cNvPicPr>
            <a:picLocks noChangeAspect="1"/>
          </p:cNvPicPr>
          <p:nvPr userDrawn="1"/>
        </p:nvPicPr>
        <p:blipFill>
          <a:blip r:embed="rId2"/>
          <a:srcRect t="755" b="755"/>
          <a:stretch/>
        </p:blipFill>
        <p:spPr>
          <a:xfrm>
            <a:off x="0" y="0"/>
            <a:ext cx="12192000" cy="6858000"/>
          </a:xfrm>
          <a:prstGeom prst="rect">
            <a:avLst/>
          </a:prstGeom>
        </p:spPr>
      </p:pic>
      <p:pic>
        <p:nvPicPr>
          <p:cNvPr id="15" name="Picture 14" descr="A white text on a black background&#10;&#10;Description automatically generated">
            <a:extLst>
              <a:ext uri="{FF2B5EF4-FFF2-40B4-BE49-F238E27FC236}">
                <a16:creationId xmlns:a16="http://schemas.microsoft.com/office/drawing/2014/main" id="{0B82B1CD-5701-07C5-09F9-7D6259EA4018}"/>
              </a:ext>
            </a:extLst>
          </p:cNvPr>
          <p:cNvPicPr>
            <a:picLocks noChangeAspect="1"/>
          </p:cNvPicPr>
          <p:nvPr userDrawn="1"/>
        </p:nvPicPr>
        <p:blipFill>
          <a:blip r:embed="rId3"/>
          <a:stretch>
            <a:fillRect/>
          </a:stretch>
        </p:blipFill>
        <p:spPr>
          <a:xfrm>
            <a:off x="4046167" y="1225296"/>
            <a:ext cx="2444160" cy="514560"/>
          </a:xfrm>
          <a:prstGeom prst="rect">
            <a:avLst/>
          </a:prstGeom>
        </p:spPr>
      </p:pic>
      <p:sp>
        <p:nvSpPr>
          <p:cNvPr id="5" name="Text Placeholder 4">
            <a:extLst>
              <a:ext uri="{FF2B5EF4-FFF2-40B4-BE49-F238E27FC236}">
                <a16:creationId xmlns:a16="http://schemas.microsoft.com/office/drawing/2014/main" id="{78468A31-CDCA-E522-5DEC-039B7F8EAAFF}"/>
              </a:ext>
            </a:extLst>
          </p:cNvPr>
          <p:cNvSpPr>
            <a:spLocks noGrp="1"/>
          </p:cNvSpPr>
          <p:nvPr>
            <p:ph type="body" sz="quarter" idx="10" hasCustomPrompt="1"/>
          </p:nvPr>
        </p:nvSpPr>
        <p:spPr>
          <a:xfrm>
            <a:off x="4046168" y="2473249"/>
            <a:ext cx="7464514" cy="1577424"/>
          </a:xfrm>
        </p:spPr>
        <p:txBody>
          <a:bodyPr anchor="b"/>
          <a:lstStyle>
            <a:lvl1pPr marL="0" indent="0">
              <a:spcBef>
                <a:spcPts val="0"/>
              </a:spcBef>
              <a:buNone/>
              <a:defRPr sz="4400" b="1" i="0">
                <a:solidFill>
                  <a:schemeClr val="bg1"/>
                </a:solidFill>
                <a:latin typeface="Arial" panose="020B0604020202020204" pitchFamily="34" charset="0"/>
                <a:cs typeface="Arial" panose="020B0604020202020204"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Presentation Title</a:t>
            </a:r>
          </a:p>
          <a:p>
            <a:pPr lvl="0"/>
            <a:r>
              <a:rPr lang="en-US"/>
              <a:t>Presentation Title Line Two</a:t>
            </a:r>
          </a:p>
        </p:txBody>
      </p:sp>
      <p:sp>
        <p:nvSpPr>
          <p:cNvPr id="7" name="Text Placeholder 6">
            <a:extLst>
              <a:ext uri="{FF2B5EF4-FFF2-40B4-BE49-F238E27FC236}">
                <a16:creationId xmlns:a16="http://schemas.microsoft.com/office/drawing/2014/main" id="{FF0BE40B-B378-0D8F-1B0D-71C3DECC7C50}"/>
              </a:ext>
            </a:extLst>
          </p:cNvPr>
          <p:cNvSpPr>
            <a:spLocks noGrp="1"/>
          </p:cNvSpPr>
          <p:nvPr>
            <p:ph type="body" sz="quarter" idx="11" hasCustomPrompt="1"/>
          </p:nvPr>
        </p:nvSpPr>
        <p:spPr>
          <a:xfrm>
            <a:off x="4046169" y="4645117"/>
            <a:ext cx="4075856" cy="556666"/>
          </a:xfrm>
        </p:spPr>
        <p:txBody>
          <a:bodyPr anchor="b"/>
          <a:lstStyle>
            <a:lvl1pPr marL="0" indent="0">
              <a:spcBef>
                <a:spcPts val="0"/>
              </a:spcBef>
              <a:buNone/>
              <a:defRPr sz="1400">
                <a:solidFill>
                  <a:schemeClr val="bg1"/>
                </a:solidFill>
              </a:defRPr>
            </a:lvl1pPr>
          </a:lstStyle>
          <a:p>
            <a:pPr lvl="0"/>
            <a:r>
              <a:rPr lang="en-US"/>
              <a:t>Presenter Name</a:t>
            </a:r>
          </a:p>
          <a:p>
            <a:pPr lvl="0"/>
            <a:r>
              <a:rPr lang="en-US"/>
              <a:t>Month xx, 2025</a:t>
            </a:r>
          </a:p>
        </p:txBody>
      </p:sp>
    </p:spTree>
    <p:extLst>
      <p:ext uri="{BB962C8B-B14F-4D97-AF65-F5344CB8AC3E}">
        <p14:creationId xmlns:p14="http://schemas.microsoft.com/office/powerpoint/2010/main" val="529475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709C2A-DF1F-A3CC-8F95-386C33202764}"/>
              </a:ext>
            </a:extLst>
          </p:cNvPr>
          <p:cNvSpPr txBox="1"/>
          <p:nvPr userDrawn="1"/>
        </p:nvSpPr>
        <p:spPr>
          <a:xfrm>
            <a:off x="2643809" y="6520070"/>
            <a:ext cx="0" cy="0"/>
          </a:xfrm>
          <a:prstGeom prst="rect">
            <a:avLst/>
          </a:prstGeom>
          <a:noFill/>
        </p:spPr>
        <p:txBody>
          <a:bodyPr wrap="none" lIns="0" tIns="0" rIns="0" bIns="0" rtlCol="0">
            <a:noAutofit/>
          </a:bodyPr>
          <a:lstStyle/>
          <a:p>
            <a:pPr marL="228600" indent="-228600">
              <a:lnSpc>
                <a:spcPct val="100000"/>
              </a:lnSpc>
              <a:spcBef>
                <a:spcPts val="1200"/>
              </a:spcBef>
              <a:buSzPct val="100000"/>
              <a:buFont typeface="Arial"/>
              <a:buChar char="•"/>
            </a:pPr>
            <a:endParaRPr lang="en-US" sz="1600"/>
          </a:p>
        </p:txBody>
      </p:sp>
      <p:sp>
        <p:nvSpPr>
          <p:cNvPr id="2" name="Title Placeholder 1">
            <a:extLst>
              <a:ext uri="{FF2B5EF4-FFF2-40B4-BE49-F238E27FC236}">
                <a16:creationId xmlns:a16="http://schemas.microsoft.com/office/drawing/2014/main" id="{B9FAA0BE-D72A-3670-7F65-2302729B544B}"/>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lvl1pPr>
              <a:defRPr>
                <a:latin typeface="+mj-lt"/>
              </a:defRPr>
            </a:lvl1pPr>
          </a:lstStyle>
          <a:p>
            <a:r>
              <a:rPr lang="en-US"/>
              <a:t>[Slide title]</a:t>
            </a:r>
          </a:p>
        </p:txBody>
      </p:sp>
      <p:sp>
        <p:nvSpPr>
          <p:cNvPr id="6" name="Content Placeholder 2">
            <a:extLst>
              <a:ext uri="{FF2B5EF4-FFF2-40B4-BE49-F238E27FC236}">
                <a16:creationId xmlns:a16="http://schemas.microsoft.com/office/drawing/2014/main" id="{3868B5CC-1466-E439-D97E-7706F761FC14}"/>
              </a:ext>
            </a:extLst>
          </p:cNvPr>
          <p:cNvSpPr>
            <a:spLocks noGrp="1"/>
          </p:cNvSpPr>
          <p:nvPr>
            <p:ph idx="1" hasCustomPrompt="1"/>
          </p:nvPr>
        </p:nvSpPr>
        <p:spPr>
          <a:xfrm>
            <a:off x="609600" y="2286000"/>
            <a:ext cx="11277600" cy="3214255"/>
          </a:xfrm>
        </p:spPr>
        <p:txBody>
          <a:bodyPr numCol="1" spcCol="301752">
            <a:noAutofit/>
          </a:bodyPr>
          <a:lstStyle>
            <a:lvl1pPr marL="365760" indent="-365760">
              <a:spcBef>
                <a:spcPts val="600"/>
              </a:spcBef>
              <a:buClr>
                <a:srgbClr val="0061A0"/>
              </a:buClr>
              <a:buFont typeface="+mj-lt"/>
              <a:buAutoNum type="arabicPeriod"/>
              <a:tabLst>
                <a:tab pos="5254625" algn="r"/>
              </a:tabLst>
              <a:defRPr sz="2400" b="0">
                <a:latin typeface="Arial Nova" panose="020B0504020202020204" pitchFamily="34" charset="0"/>
                <a:cs typeface="Aharoni" panose="02010803020104030203" pitchFamily="2" charset="-79"/>
              </a:defRPr>
            </a:lvl1pPr>
            <a:lvl2pPr marL="640080" indent="-274320">
              <a:spcBef>
                <a:spcPts val="0"/>
              </a:spcBef>
              <a:tabLst>
                <a:tab pos="5254625" algn="r"/>
              </a:tabLst>
              <a:defRPr sz="2400"/>
            </a:lvl2pPr>
            <a:lvl3pPr marL="914400" indent="-274320">
              <a:spcBef>
                <a:spcPts val="0"/>
              </a:spcBef>
              <a:tabLst>
                <a:tab pos="5254625" algn="r"/>
              </a:tabLst>
              <a:defRPr sz="2400"/>
            </a:lvl3pPr>
            <a:lvl4pPr marL="1188720" indent="-274320">
              <a:spcBef>
                <a:spcPts val="0"/>
              </a:spcBef>
              <a:tabLst>
                <a:tab pos="5254625" algn="r"/>
              </a:tabLst>
              <a:defRPr sz="2400"/>
            </a:lvl4pPr>
            <a:lvl5pPr marL="1463040" indent="-274320">
              <a:spcBef>
                <a:spcPts val="0"/>
              </a:spcBef>
              <a:tabLst>
                <a:tab pos="5254625" algn="r"/>
              </a:tabLst>
              <a:defRPr sz="2400"/>
            </a:lvl5pPr>
            <a:lvl6pPr marL="1737360" indent="-274320">
              <a:spcBef>
                <a:spcPts val="0"/>
              </a:spcBef>
              <a:tabLst>
                <a:tab pos="5254625" algn="r"/>
              </a:tabLst>
              <a:defRPr sz="2400"/>
            </a:lvl6pPr>
            <a:lvl7pPr marL="2011680" indent="-274320">
              <a:spcBef>
                <a:spcPts val="0"/>
              </a:spcBef>
              <a:tabLst>
                <a:tab pos="5254625" algn="r"/>
              </a:tabLst>
              <a:defRPr sz="2400"/>
            </a:lvl7pPr>
            <a:lvl8pPr marL="2286000" indent="-274320">
              <a:spcBef>
                <a:spcPts val="0"/>
              </a:spcBef>
              <a:tabLst>
                <a:tab pos="5254625" algn="r"/>
              </a:tabLst>
              <a:defRPr sz="2400"/>
            </a:lvl8pPr>
            <a:lvl9pPr marL="2560320" indent="-274320">
              <a:spcBef>
                <a:spcPts val="0"/>
              </a:spcBef>
              <a:tabLst>
                <a:tab pos="5254625" algn="r"/>
              </a:tabLst>
              <a:defRPr sz="2400"/>
            </a:lvl9pPr>
          </a:lstStyle>
          <a:p>
            <a:pPr marL="365760" indent="-365760" algn="l" rtl="0" eaLnBrk="1" latinLnBrk="0" hangingPunct="1">
              <a:spcBef>
                <a:spcPts val="600"/>
              </a:spcBef>
              <a:spcAft>
                <a:spcPts val="0"/>
              </a:spcAft>
              <a:buClr>
                <a:srgbClr val="0061A0"/>
              </a:buClr>
              <a:buSzPts val="2400"/>
              <a:buFont typeface="+mj-lt"/>
              <a:buAutoNum type="arabicPeriod"/>
              <a:tabLst>
                <a:tab pos="5254625" algn="r"/>
              </a:tabLst>
            </a:pPr>
            <a:r>
              <a:rPr lang="en-US" sz="1800" b="1" kern="1200">
                <a:solidFill>
                  <a:srgbClr val="000000"/>
                </a:solidFill>
                <a:effectLst/>
                <a:latin typeface="Arial" panose="020B0604020202020204" pitchFamily="34" charset="0"/>
                <a:ea typeface="+mn-ea"/>
                <a:cs typeface="+mn-cs"/>
              </a:rPr>
              <a:t>Agenda items are Arial Bold 24pt</a:t>
            </a:r>
            <a:endParaRPr lang="en-US" sz="1800">
              <a:effectLst/>
            </a:endParaRPr>
          </a:p>
          <a:p>
            <a:pPr marL="640080" indent="-274320" algn="l" rtl="0" eaLnBrk="1" latinLnBrk="0" hangingPunct="1">
              <a:spcBef>
                <a:spcPts val="0"/>
              </a:spcBef>
              <a:spcAft>
                <a:spcPts val="0"/>
              </a:spcAft>
              <a:tabLst>
                <a:tab pos="5254625" algn="r"/>
              </a:tabLst>
            </a:pPr>
            <a:r>
              <a:rPr lang="en-US" sz="1800" kern="1200">
                <a:solidFill>
                  <a:srgbClr val="000000"/>
                </a:solidFill>
                <a:effectLst/>
                <a:latin typeface="Arial" panose="020B0604020202020204" pitchFamily="34" charset="0"/>
                <a:ea typeface="+mn-ea"/>
                <a:cs typeface="+mn-cs"/>
              </a:rPr>
              <a:t>Additional text levels are possible</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For more agenda items, use a second slide</a:t>
            </a:r>
            <a:endParaRPr lang="en-US">
              <a:effectLst/>
            </a:endParaRPr>
          </a:p>
        </p:txBody>
      </p:sp>
      <p:sp>
        <p:nvSpPr>
          <p:cNvPr id="9" name="Text Placeholder 8">
            <a:extLst>
              <a:ext uri="{FF2B5EF4-FFF2-40B4-BE49-F238E27FC236}">
                <a16:creationId xmlns:a16="http://schemas.microsoft.com/office/drawing/2014/main" id="{DCFE913E-A754-0D5A-FD4B-63A29E07B659}"/>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1440" userDrawn="1">
          <p15:clr>
            <a:srgbClr val="FBAE40"/>
          </p15:clr>
        </p15:guide>
        <p15:guide id="4" orient="horz" pos="37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670F529-E7FB-3000-974B-690C15632327}"/>
              </a:ext>
            </a:extLst>
          </p:cNvPr>
          <p:cNvSpPr>
            <a:spLocks noGrp="1"/>
          </p:cNvSpPr>
          <p:nvPr>
            <p:ph idx="1" hasCustomPrompt="1"/>
          </p:nvPr>
        </p:nvSpPr>
        <p:spPr>
          <a:xfrm>
            <a:off x="457200" y="2286000"/>
            <a:ext cx="8686800" cy="3214255"/>
          </a:xfrm>
        </p:spPr>
        <p:txBody>
          <a:bodyPr/>
          <a:lstStyle>
            <a:lvl1pPr>
              <a:defRPr b="0" i="0">
                <a:latin typeface="Arial" panose="020B0604020202020204" pitchFamily="34" charset="0"/>
                <a:cs typeface="Arial" panose="020B0604020202020204" pitchFamily="34" charset="0"/>
              </a:defRPr>
            </a:lvl1pPr>
            <a:lvl2pPr>
              <a:defRPr b="0" i="0"/>
            </a:lvl2pPr>
          </a:lstStyle>
          <a:p>
            <a:pPr marL="0" indent="0">
              <a:buNone/>
            </a:pPr>
            <a:r>
              <a:rPr lang="en-US" b="1">
                <a:latin typeface="+mj-lt"/>
              </a:rPr>
              <a:t>If needed, use Arial Regular Bold for body headings</a:t>
            </a:r>
          </a:p>
          <a:p>
            <a:pPr marL="0" indent="0">
              <a:buNone/>
            </a:pPr>
            <a:r>
              <a:rPr lang="en-US"/>
              <a:t>By default, level one text comes with a bullet. However, it can be used without a bullet in sentence/paragraph format, like this, when bullets aren’t needed.</a:t>
            </a:r>
          </a:p>
          <a:p>
            <a:r>
              <a:rPr lang="en-US"/>
              <a:t>Use the Bullets button on the Home tab to toggle bullets off/on</a:t>
            </a:r>
          </a:p>
          <a:p>
            <a:r>
              <a:rPr lang="en-US"/>
              <a:t>Body text is Arial Regular with single line spacing</a:t>
            </a:r>
          </a:p>
          <a:p>
            <a:pPr lvl="1"/>
            <a:r>
              <a:rPr lang="en-US"/>
              <a:t>Additional text levels are possible, each indented further with a dash</a:t>
            </a:r>
          </a:p>
          <a:p>
            <a:r>
              <a:rPr lang="en-US"/>
              <a:t>Use the Increase List Level and Decrease List Level buttons in the Paragraph section of the Home tab to change text levels</a:t>
            </a:r>
          </a:p>
          <a:p>
            <a:r>
              <a:rPr lang="en-US"/>
              <a:t>For legibility and consistency, avoid crowding slides with too much text</a:t>
            </a:r>
          </a:p>
        </p:txBody>
      </p:sp>
      <p:sp>
        <p:nvSpPr>
          <p:cNvPr id="3" name="Title 1">
            <a:extLst>
              <a:ext uri="{FF2B5EF4-FFF2-40B4-BE49-F238E27FC236}">
                <a16:creationId xmlns:a16="http://schemas.microsoft.com/office/drawing/2014/main" id="{DC6290D0-93CC-6639-9751-174F6598EA24}"/>
              </a:ext>
            </a:extLst>
          </p:cNvPr>
          <p:cNvSpPr>
            <a:spLocks noGrp="1"/>
          </p:cNvSpPr>
          <p:nvPr>
            <p:ph type="title" hasCustomPrompt="1"/>
          </p:nvPr>
        </p:nvSpPr>
        <p:spPr>
          <a:xfrm>
            <a:off x="457200" y="365759"/>
            <a:ext cx="11277600" cy="1371600"/>
          </a:xfrm>
        </p:spPr>
        <p:txBody>
          <a:bodyPr/>
          <a:lstStyle>
            <a:lvl1pPr>
              <a:defRPr>
                <a:latin typeface="+mj-lt"/>
              </a:defRPr>
            </a:lvl1pPr>
          </a:lstStyle>
          <a:p>
            <a:r>
              <a:rPr lang="en-US"/>
              <a:t>[Slide title]</a:t>
            </a:r>
          </a:p>
        </p:txBody>
      </p:sp>
      <p:sp>
        <p:nvSpPr>
          <p:cNvPr id="4" name="Text Placeholder 8">
            <a:extLst>
              <a:ext uri="{FF2B5EF4-FFF2-40B4-BE49-F238E27FC236}">
                <a16:creationId xmlns:a16="http://schemas.microsoft.com/office/drawing/2014/main" id="{F365B45A-40D0-B91F-8D71-7B9D73B06F43}"/>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440" userDrawn="1">
          <p15:clr>
            <a:srgbClr val="FBAE40"/>
          </p15:clr>
        </p15:guide>
        <p15:guide id="2" orient="horz" pos="3744" userDrawn="1">
          <p15:clr>
            <a:srgbClr val="FBAE40"/>
          </p15:clr>
        </p15:guide>
        <p15:guide id="3" pos="57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A517-9C5C-BA4C-8D57-8810904550E9}"/>
              </a:ext>
            </a:extLst>
          </p:cNvPr>
          <p:cNvSpPr>
            <a:spLocks noGrp="1"/>
          </p:cNvSpPr>
          <p:nvPr>
            <p:ph type="title" hasCustomPrompt="1"/>
          </p:nvPr>
        </p:nvSpPr>
        <p:spPr/>
        <p:txBody>
          <a:bodyPr/>
          <a:lstStyle>
            <a:lvl1pPr>
              <a:defRPr>
                <a:latin typeface="+mj-lt"/>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2286000"/>
            <a:ext cx="5486400" cy="324196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8">
            <a:extLst>
              <a:ext uri="{FF2B5EF4-FFF2-40B4-BE49-F238E27FC236}">
                <a16:creationId xmlns:a16="http://schemas.microsoft.com/office/drawing/2014/main" id="{A98801DD-2BAA-4999-85E3-CE879FE5FBF6}"/>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guide id="3" orient="horz" pos="3744" userDrawn="1">
          <p15:clr>
            <a:srgbClr val="FBAE40"/>
          </p15:clr>
        </p15:guide>
        <p15:guide id="4" orient="horz" pos="14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8168-A007-A844-8983-2D615B38866F}"/>
              </a:ext>
            </a:extLst>
          </p:cNvPr>
          <p:cNvSpPr>
            <a:spLocks noGrp="1"/>
          </p:cNvSpPr>
          <p:nvPr>
            <p:ph type="title" hasCustomPrompt="1"/>
          </p:nvPr>
        </p:nvSpPr>
        <p:spPr/>
        <p:txBody>
          <a:bodyPr/>
          <a:lstStyle>
            <a:lvl1pPr>
              <a:defRPr>
                <a:latin typeface="+mj-lt"/>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3557016"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317492" y="2286000"/>
            <a:ext cx="3557016" cy="3657600"/>
          </a:xfrm>
        </p:spPr>
        <p:txBody>
          <a:bodyPr/>
          <a:lstStyle>
            <a:lvl1pPr>
              <a:defRPr lang="en-US" dirty="0">
                <a:latin typeface="+mn-lt"/>
              </a:defRPr>
            </a:lvl1pPr>
            <a:lvl2pPr>
              <a:defRPr lang="en-US" dirty="0">
                <a:latin typeface="+mn-lt"/>
              </a:defRPr>
            </a:lvl2pPr>
            <a:lvl3pPr>
              <a:defRPr lang="en-US" dirty="0">
                <a:latin typeface="+mn-lt"/>
              </a:defRPr>
            </a:lvl3pPr>
            <a:lvl4pPr>
              <a:defRPr lang="en-US" dirty="0">
                <a:latin typeface="+mn-lt"/>
              </a:defRPr>
            </a:lvl4pPr>
            <a:lvl5pPr>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177784" y="2286000"/>
            <a:ext cx="3557016"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8">
            <a:extLst>
              <a:ext uri="{FF2B5EF4-FFF2-40B4-BE49-F238E27FC236}">
                <a16:creationId xmlns:a16="http://schemas.microsoft.com/office/drawing/2014/main" id="{46523C8E-1786-A932-90DF-8C9F985F79B8}"/>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18" userDrawn="1">
          <p15:clr>
            <a:srgbClr val="FBAE40"/>
          </p15:clr>
        </p15:guide>
        <p15:guide id="2" pos="2530" userDrawn="1">
          <p15:clr>
            <a:srgbClr val="FBAE40"/>
          </p15:clr>
        </p15:guide>
        <p15:guide id="3" pos="4962" userDrawn="1">
          <p15:clr>
            <a:srgbClr val="FBAE40"/>
          </p15:clr>
        </p15:guide>
        <p15:guide id="4" pos="5150" userDrawn="1">
          <p15:clr>
            <a:srgbClr val="FBAE40"/>
          </p15:clr>
        </p15:guide>
        <p15:guide id="5" orient="horz" pos="1440" userDrawn="1">
          <p15:clr>
            <a:srgbClr val="FBAE40"/>
          </p15:clr>
        </p15:guide>
        <p15:guide id="6"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9216-0B25-6141-8057-9DE2625FF89E}"/>
              </a:ext>
            </a:extLst>
          </p:cNvPr>
          <p:cNvSpPr>
            <a:spLocks noGrp="1"/>
          </p:cNvSpPr>
          <p:nvPr>
            <p:ph type="title" hasCustomPrompt="1"/>
          </p:nvPr>
        </p:nvSpPr>
        <p:spPr/>
        <p:txBody>
          <a:bodyPr/>
          <a:lstStyle>
            <a:lvl1pPr>
              <a:defRPr>
                <a:latin typeface="+mj-lt"/>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53816"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50432"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47048" y="2286000"/>
            <a:ext cx="2587752" cy="3220720"/>
          </a:xfrm>
        </p:spPr>
        <p:txBody>
          <a:bodyPr>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8">
            <a:extLst>
              <a:ext uri="{FF2B5EF4-FFF2-40B4-BE49-F238E27FC236}">
                <a16:creationId xmlns:a16="http://schemas.microsoft.com/office/drawing/2014/main" id="{6260FD53-CAFC-6C9A-A418-6F11032721A1}"/>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112" userDrawn="1">
          <p15:clr>
            <a:srgbClr val="FBAE40"/>
          </p15:clr>
        </p15:guide>
        <p15:guide id="2" pos="1920" userDrawn="1">
          <p15:clr>
            <a:srgbClr val="FBAE40"/>
          </p15:clr>
        </p15:guide>
        <p15:guide id="3" pos="5568" userDrawn="1">
          <p15:clr>
            <a:srgbClr val="FBAE40"/>
          </p15:clr>
        </p15:guide>
        <p15:guide id="4" pos="5760" userDrawn="1">
          <p15:clr>
            <a:srgbClr val="FBAE40"/>
          </p15:clr>
        </p15:guide>
        <p15:guide id="5" pos="3744" userDrawn="1">
          <p15:clr>
            <a:srgbClr val="FBAE40"/>
          </p15:clr>
        </p15:guide>
        <p15:guide id="6" pos="3936" userDrawn="1">
          <p15:clr>
            <a:srgbClr val="FBAE40"/>
          </p15:clr>
        </p15:guide>
        <p15:guide id="7" orient="horz" pos="1440" userDrawn="1">
          <p15:clr>
            <a:srgbClr val="FBAE40"/>
          </p15:clr>
        </p15:guide>
        <p15:guide id="8" orient="horz" pos="374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p:txBody>
          <a:bodyPr/>
          <a:lstStyle>
            <a:lvl1pPr>
              <a:defRPr>
                <a:latin typeface="+mj-lt"/>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199" y="2286000"/>
            <a:ext cx="35591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314826" y="2286000"/>
            <a:ext cx="7419974"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a:extLst>
              <a:ext uri="{FF2B5EF4-FFF2-40B4-BE49-F238E27FC236}">
                <a16:creationId xmlns:a16="http://schemas.microsoft.com/office/drawing/2014/main" id="{E176D041-8C67-F4EF-E14A-3ED4DDCEED76}"/>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18" userDrawn="1">
          <p15:clr>
            <a:srgbClr val="FBAE40"/>
          </p15:clr>
        </p15:guide>
        <p15:guide id="2" pos="2530" userDrawn="1">
          <p15:clr>
            <a:srgbClr val="FBAE40"/>
          </p15:clr>
        </p15:guide>
        <p15:guide id="3" orient="horz" pos="1440" userDrawn="1">
          <p15:clr>
            <a:srgbClr val="FBAE40"/>
          </p15:clr>
        </p15:guide>
        <p15:guide id="4" orient="horz" pos="374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p:txBody>
          <a:bodyPr/>
          <a:lstStyle>
            <a:lvl1pPr>
              <a:defRPr>
                <a:latin typeface="+mj-lt"/>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74199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175625" y="2286000"/>
            <a:ext cx="3559175" cy="3657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8">
            <a:extLst>
              <a:ext uri="{FF2B5EF4-FFF2-40B4-BE49-F238E27FC236}">
                <a16:creationId xmlns:a16="http://schemas.microsoft.com/office/drawing/2014/main" id="{4FB8645C-0E29-2D78-A365-A8F4572D0CDB}"/>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pos="4962" userDrawn="1">
          <p15:clr>
            <a:srgbClr val="FBAE40"/>
          </p15:clr>
        </p15:guide>
        <p15:guide id="4" pos="5150" userDrawn="1">
          <p15:clr>
            <a:srgbClr val="FBAE40"/>
          </p15:clr>
        </p15:guide>
        <p15:guide id="5" orient="horz" pos="3744" userDrawn="1">
          <p15:clr>
            <a:srgbClr val="FBAE40"/>
          </p15:clr>
        </p15:guide>
        <p15:guide id="6" orient="horz" pos="14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atin typeface="+mj-lt"/>
              </a:defRPr>
            </a:lvl1pPr>
          </a:lstStyle>
          <a:p>
            <a:r>
              <a:rPr lang="en-US"/>
              <a:t>[Slide title]</a:t>
            </a:r>
          </a:p>
        </p:txBody>
      </p:sp>
      <p:sp>
        <p:nvSpPr>
          <p:cNvPr id="4" name="Text Placeholder 8">
            <a:extLst>
              <a:ext uri="{FF2B5EF4-FFF2-40B4-BE49-F238E27FC236}">
                <a16:creationId xmlns:a16="http://schemas.microsoft.com/office/drawing/2014/main" id="{B127E0B9-CF86-4222-A50C-C2ACB556E0CC}"/>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440" userDrawn="1">
          <p15:clr>
            <a:srgbClr val="FBAE40"/>
          </p15:clr>
        </p15:guide>
        <p15:guide id="2" orient="horz" pos="374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09903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744" userDrawn="1">
          <p15:clr>
            <a:srgbClr val="FBAE40"/>
          </p15:clr>
        </p15:guide>
        <p15:guide id="2" orient="horz" pos="14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alf Phot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26593C5-3DC0-27D0-BA2F-B018EE48D1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5943600"/>
          </a:xfrm>
          <a:prstGeom prst="rect">
            <a:avLst/>
          </a:prstGeom>
        </p:spPr>
      </p:pic>
      <p:sp>
        <p:nvSpPr>
          <p:cNvPr id="7" name="Title 1">
            <a:extLst>
              <a:ext uri="{FF2B5EF4-FFF2-40B4-BE49-F238E27FC236}">
                <a16:creationId xmlns:a16="http://schemas.microsoft.com/office/drawing/2014/main" id="{11011014-5992-1C4D-B10B-0FEF1D0210A4}"/>
              </a:ext>
            </a:extLst>
          </p:cNvPr>
          <p:cNvSpPr>
            <a:spLocks noGrp="1"/>
          </p:cNvSpPr>
          <p:nvPr>
            <p:ph type="title" hasCustomPrompt="1"/>
          </p:nvPr>
        </p:nvSpPr>
        <p:spPr bwMode="gray">
          <a:xfrm>
            <a:off x="457200" y="365759"/>
            <a:ext cx="5334000" cy="1371600"/>
          </a:xfrm>
        </p:spPr>
        <p:txBody>
          <a:bodyPr/>
          <a:lstStyle>
            <a:lvl1pPr>
              <a:defRPr>
                <a:solidFill>
                  <a:schemeClr val="bg1"/>
                </a:solidFill>
                <a:latin typeface="+mj-lt"/>
              </a:defRPr>
            </a:lvl1pPr>
          </a:lstStyle>
          <a:p>
            <a:r>
              <a:rPr lang="en-US"/>
              <a:t>[Slide title]</a:t>
            </a:r>
          </a:p>
        </p:txBody>
      </p:sp>
      <p:sp>
        <p:nvSpPr>
          <p:cNvPr id="6" name="Content Placeholder 2">
            <a:extLst>
              <a:ext uri="{FF2B5EF4-FFF2-40B4-BE49-F238E27FC236}">
                <a16:creationId xmlns:a16="http://schemas.microsoft.com/office/drawing/2014/main" id="{EAA973F1-9243-2542-B690-B8C0A589D9B6}"/>
              </a:ext>
            </a:extLst>
          </p:cNvPr>
          <p:cNvSpPr>
            <a:spLocks noGrp="1"/>
          </p:cNvSpPr>
          <p:nvPr>
            <p:ph sz="quarter" idx="11"/>
          </p:nvPr>
        </p:nvSpPr>
        <p:spPr bwMode="gray">
          <a:xfrm>
            <a:off x="457200" y="2285999"/>
            <a:ext cx="5334000" cy="3355848"/>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3EE7FC53-DD41-0C45-B5AA-FF46D52377D4}"/>
              </a:ext>
            </a:extLst>
          </p:cNvPr>
          <p:cNvSpPr>
            <a:spLocks noGrp="1"/>
          </p:cNvSpPr>
          <p:nvPr>
            <p:ph type="pic" sz="quarter" idx="12"/>
          </p:nvPr>
        </p:nvSpPr>
        <p:spPr>
          <a:xfrm>
            <a:off x="6096000" y="0"/>
            <a:ext cx="6096000" cy="5943600"/>
          </a:xfrm>
          <a:solidFill>
            <a:srgbClr val="75787B"/>
          </a:solidFill>
        </p:spPr>
        <p:txBody>
          <a:bodyPr anchor="ctr" anchorCtr="0"/>
          <a:lstStyle>
            <a:lvl1pPr marL="0" indent="0" algn="ctr">
              <a:spcBef>
                <a:spcPts val="0"/>
              </a:spcBef>
              <a:buNone/>
              <a:defRPr sz="1200"/>
            </a:lvl1pPr>
          </a:lstStyle>
          <a:p>
            <a:r>
              <a:rPr lang="en-US"/>
              <a:t>Click icon to add picture</a:t>
            </a:r>
          </a:p>
        </p:txBody>
      </p:sp>
      <p:sp>
        <p:nvSpPr>
          <p:cNvPr id="3" name="Text Placeholder 8">
            <a:extLst>
              <a:ext uri="{FF2B5EF4-FFF2-40B4-BE49-F238E27FC236}">
                <a16:creationId xmlns:a16="http://schemas.microsoft.com/office/drawing/2014/main" id="{F354095F-A634-F600-8B2E-3563333410D4}"/>
              </a:ext>
            </a:extLst>
          </p:cNvPr>
          <p:cNvSpPr>
            <a:spLocks noGrp="1"/>
          </p:cNvSpPr>
          <p:nvPr>
            <p:ph type="body" sz="quarter" idx="10" hasCustomPrompt="1"/>
          </p:nvPr>
        </p:nvSpPr>
        <p:spPr>
          <a:xfrm>
            <a:off x="457200" y="5199063"/>
            <a:ext cx="5334000" cy="442912"/>
          </a:xfrm>
        </p:spPr>
        <p:txBody>
          <a:bodyPr anchor="b"/>
          <a:lstStyle>
            <a:lvl1pPr marL="0" indent="0">
              <a:spcBef>
                <a:spcPts val="0"/>
              </a:spcBef>
              <a:buFontTx/>
              <a:buNone/>
              <a:defRPr sz="800">
                <a:solidFill>
                  <a:schemeClr val="bg1"/>
                </a:solidFill>
              </a:defRPr>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342813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userDrawn="1">
          <p15:clr>
            <a:srgbClr val="FBAE40"/>
          </p15:clr>
        </p15:guide>
        <p15:guide id="2" orient="horz" pos="1438" userDrawn="1">
          <p15:clr>
            <a:srgbClr val="FBAE40"/>
          </p15:clr>
        </p15:guide>
        <p15:guide id="3" orient="horz" pos="3744" userDrawn="1">
          <p15:clr>
            <a:srgbClr val="FBAE40"/>
          </p15:clr>
        </p15:guide>
        <p15:guide id="4" pos="3648" userDrawn="1">
          <p15:clr>
            <a:srgbClr val="FBAE40"/>
          </p15:clr>
        </p15:guide>
        <p15:guide id="5" orient="horz" pos="355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alf Photo with Horizon">
    <p:spTree>
      <p:nvGrpSpPr>
        <p:cNvPr id="1" name=""/>
        <p:cNvGrpSpPr/>
        <p:nvPr/>
      </p:nvGrpSpPr>
      <p:grpSpPr>
        <a:xfrm>
          <a:off x="0" y="0"/>
          <a:ext cx="0" cy="0"/>
          <a:chOff x="0" y="0"/>
          <a:chExt cx="0" cy="0"/>
        </a:xfrm>
      </p:grpSpPr>
      <p:pic>
        <p:nvPicPr>
          <p:cNvPr id="5" name="Picture 4" descr="A blue and green background&#10;&#10;Description automatically generated">
            <a:extLst>
              <a:ext uri="{FF2B5EF4-FFF2-40B4-BE49-F238E27FC236}">
                <a16:creationId xmlns:a16="http://schemas.microsoft.com/office/drawing/2014/main" id="{96AEA622-454B-B46C-18CD-F0F6C06D12FF}"/>
              </a:ext>
            </a:extLst>
          </p:cNvPr>
          <p:cNvPicPr>
            <a:picLocks noChangeAspect="1"/>
          </p:cNvPicPr>
          <p:nvPr userDrawn="1"/>
        </p:nvPicPr>
        <p:blipFill>
          <a:blip r:embed="rId2"/>
          <a:stretch>
            <a:fillRect/>
          </a:stretch>
        </p:blipFill>
        <p:spPr>
          <a:xfrm>
            <a:off x="0" y="0"/>
            <a:ext cx="12192000" cy="5943600"/>
          </a:xfrm>
          <a:prstGeom prst="rect">
            <a:avLst/>
          </a:prstGeom>
        </p:spPr>
      </p:pic>
      <p:sp>
        <p:nvSpPr>
          <p:cNvPr id="6" name="Content Placeholder 1">
            <a:extLst>
              <a:ext uri="{FF2B5EF4-FFF2-40B4-BE49-F238E27FC236}">
                <a16:creationId xmlns:a16="http://schemas.microsoft.com/office/drawing/2014/main" id="{EAA973F1-9243-2542-B690-B8C0A589D9B6}"/>
              </a:ext>
            </a:extLst>
          </p:cNvPr>
          <p:cNvSpPr>
            <a:spLocks noGrp="1"/>
          </p:cNvSpPr>
          <p:nvPr>
            <p:ph sz="quarter" idx="11"/>
          </p:nvPr>
        </p:nvSpPr>
        <p:spPr bwMode="gray">
          <a:xfrm>
            <a:off x="457200" y="365125"/>
            <a:ext cx="5334000" cy="2697079"/>
          </a:xfrm>
        </p:spPr>
        <p:txBody>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3EE7FC53-DD41-0C45-B5AA-FF46D52377D4}"/>
              </a:ext>
            </a:extLst>
          </p:cNvPr>
          <p:cNvSpPr>
            <a:spLocks noGrp="1"/>
          </p:cNvSpPr>
          <p:nvPr>
            <p:ph type="pic" sz="quarter" idx="12"/>
          </p:nvPr>
        </p:nvSpPr>
        <p:spPr>
          <a:xfrm>
            <a:off x="6096000" y="0"/>
            <a:ext cx="6096000" cy="5943600"/>
          </a:xfrm>
          <a:solidFill>
            <a:srgbClr val="75787B"/>
          </a:solidFill>
        </p:spPr>
        <p:txBody>
          <a:bodyPr anchor="ctr" anchorCtr="0"/>
          <a:lstStyle>
            <a:lvl1pPr marL="0" indent="0" algn="ctr">
              <a:spcBef>
                <a:spcPts val="0"/>
              </a:spcBef>
              <a:buNone/>
              <a:defRPr sz="1200"/>
            </a:lvl1pPr>
          </a:lstStyle>
          <a:p>
            <a:r>
              <a:rPr lang="en-US"/>
              <a:t>Click icon to add picture</a:t>
            </a:r>
          </a:p>
        </p:txBody>
      </p:sp>
      <p:sp>
        <p:nvSpPr>
          <p:cNvPr id="4" name="Text Placeholder 8">
            <a:extLst>
              <a:ext uri="{FF2B5EF4-FFF2-40B4-BE49-F238E27FC236}">
                <a16:creationId xmlns:a16="http://schemas.microsoft.com/office/drawing/2014/main" id="{699A9BC0-3872-C48F-80AA-CF5712B8FC86}"/>
              </a:ext>
            </a:extLst>
          </p:cNvPr>
          <p:cNvSpPr>
            <a:spLocks noGrp="1"/>
          </p:cNvSpPr>
          <p:nvPr>
            <p:ph type="body" sz="quarter" idx="10" hasCustomPrompt="1"/>
          </p:nvPr>
        </p:nvSpPr>
        <p:spPr>
          <a:xfrm>
            <a:off x="457200" y="5199063"/>
            <a:ext cx="5334000" cy="442912"/>
          </a:xfrm>
        </p:spPr>
        <p:txBody>
          <a:bodyPr anchor="b"/>
          <a:lstStyle>
            <a:lvl1pPr marL="0" indent="0">
              <a:spcBef>
                <a:spcPts val="0"/>
              </a:spcBef>
              <a:buFontTx/>
              <a:buNone/>
              <a:defRPr sz="800">
                <a:solidFill>
                  <a:schemeClr val="bg1"/>
                </a:solidFill>
              </a:defRPr>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10864500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40">
          <p15:clr>
            <a:srgbClr val="FBAE40"/>
          </p15:clr>
        </p15:guide>
        <p15:guide id="3" orient="horz" pos="3744">
          <p15:clr>
            <a:srgbClr val="FBAE40"/>
          </p15:clr>
        </p15:guide>
        <p15:guide id="4" pos="3648">
          <p15:clr>
            <a:srgbClr val="FBAE40"/>
          </p15:clr>
        </p15:guide>
        <p15:guide id="5" orient="horz" pos="193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 Blue/Purple">
    <p:bg>
      <p:bgPr>
        <a:solidFill>
          <a:srgbClr val="0090DA"/>
        </a:solidFill>
        <a:effectLst/>
      </p:bgPr>
    </p:bg>
    <p:spTree>
      <p:nvGrpSpPr>
        <p:cNvPr id="1" name=""/>
        <p:cNvGrpSpPr/>
        <p:nvPr/>
      </p:nvGrpSpPr>
      <p:grpSpPr>
        <a:xfrm>
          <a:off x="0" y="0"/>
          <a:ext cx="0" cy="0"/>
          <a:chOff x="0" y="0"/>
          <a:chExt cx="0" cy="0"/>
        </a:xfrm>
      </p:grpSpPr>
      <p:pic>
        <p:nvPicPr>
          <p:cNvPr id="4" name="Picture 3" descr="A blue and purple background&#10;&#10;Description automatically generated">
            <a:extLst>
              <a:ext uri="{FF2B5EF4-FFF2-40B4-BE49-F238E27FC236}">
                <a16:creationId xmlns:a16="http://schemas.microsoft.com/office/drawing/2014/main" id="{33AD1F99-DC75-9CEC-C18C-14470660D793}"/>
              </a:ext>
            </a:extLst>
          </p:cNvPr>
          <p:cNvPicPr>
            <a:picLocks noChangeAspect="1"/>
          </p:cNvPicPr>
          <p:nvPr userDrawn="1"/>
        </p:nvPicPr>
        <p:blipFill rotWithShape="1">
          <a:blip r:embed="rId2"/>
          <a:srcRect l="1425" t="1426" b="769"/>
          <a:stretch/>
        </p:blipFill>
        <p:spPr>
          <a:xfrm>
            <a:off x="-1" y="0"/>
            <a:ext cx="12192001" cy="6857999"/>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273050" y="6066154"/>
            <a:ext cx="1691640" cy="654687"/>
          </a:xfrm>
          <a:prstGeom prst="rect">
            <a:avLst/>
          </a:prstGeom>
        </p:spPr>
      </p:pic>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457200" y="374648"/>
            <a:ext cx="8380984" cy="2012292"/>
          </a:xfrm>
        </p:spPr>
        <p:txBody>
          <a:bodyPr anchor="b" anchorCtr="0"/>
          <a:lstStyle>
            <a:lvl1pPr>
              <a:defRPr sz="4800" spc="-100" baseline="0">
                <a:solidFill>
                  <a:schemeClr val="tx1"/>
                </a:solidFill>
                <a:latin typeface="+mj-lt"/>
              </a:defRPr>
            </a:lvl1pPr>
          </a:lstStyle>
          <a:p>
            <a:r>
              <a:rPr lang="en-US"/>
              <a:t>[Section title]</a:t>
            </a:r>
          </a:p>
        </p:txBody>
      </p:sp>
      <p:sp>
        <p:nvSpPr>
          <p:cNvPr id="8" name="Subtitle 2">
            <a:extLst>
              <a:ext uri="{FF2B5EF4-FFF2-40B4-BE49-F238E27FC236}">
                <a16:creationId xmlns:a16="http://schemas.microsoft.com/office/drawing/2014/main" id="{5C97AC5A-D82A-F342-8BB8-4C99047C2917}"/>
              </a:ext>
            </a:extLst>
          </p:cNvPr>
          <p:cNvSpPr>
            <a:spLocks noGrp="1"/>
          </p:cNvSpPr>
          <p:nvPr>
            <p:ph type="subTitle" idx="1" hasCustomPrompt="1"/>
          </p:nvPr>
        </p:nvSpPr>
        <p:spPr>
          <a:xfrm>
            <a:off x="457200" y="2423160"/>
            <a:ext cx="8380984" cy="640080"/>
          </a:xfrm>
        </p:spPr>
        <p:txBody>
          <a:bodyPr>
            <a:noAutofit/>
          </a:bodyPr>
          <a:lstStyle>
            <a:lvl1pPr marL="0" indent="0" algn="l">
              <a:spcBef>
                <a:spcPts val="0"/>
              </a:spcBef>
              <a:buNone/>
              <a:defRPr sz="3200">
                <a:latin typeface="+mn-lt"/>
              </a:defRPr>
            </a:lvl1pPr>
            <a:lvl2pPr marL="0" indent="0" algn="l">
              <a:spcBef>
                <a:spcPts val="0"/>
              </a:spcBef>
              <a:buNone/>
              <a:defRPr sz="3200">
                <a:latin typeface="+mn-lt"/>
              </a:defRPr>
            </a:lvl2pPr>
            <a:lvl3pPr marL="0" indent="0" algn="l">
              <a:spcBef>
                <a:spcPts val="0"/>
              </a:spcBef>
              <a:buNone/>
              <a:defRPr sz="3200">
                <a:latin typeface="+mn-lt"/>
              </a:defRPr>
            </a:lvl3pPr>
            <a:lvl4pPr marL="0" indent="0" algn="l">
              <a:spcBef>
                <a:spcPts val="0"/>
              </a:spcBef>
              <a:buNone/>
              <a:defRPr sz="3200">
                <a:latin typeface="+mn-lt"/>
              </a:defRPr>
            </a:lvl4pPr>
            <a:lvl5pPr marL="0" indent="0" algn="l">
              <a:spcBef>
                <a:spcPts val="0"/>
              </a:spcBef>
              <a:buNone/>
              <a:defRPr sz="3200">
                <a:latin typeface="+mn-lt"/>
              </a:defRPr>
            </a:lvl5pPr>
            <a:lvl6pPr marL="0" indent="0" algn="l">
              <a:spcBef>
                <a:spcPts val="0"/>
              </a:spcBef>
              <a:buNone/>
              <a:defRPr sz="3200">
                <a:latin typeface="+mn-lt"/>
              </a:defRPr>
            </a:lvl6pPr>
            <a:lvl7pPr marL="0" indent="0" algn="l">
              <a:spcBef>
                <a:spcPts val="0"/>
              </a:spcBef>
              <a:buNone/>
              <a:defRPr sz="3200">
                <a:latin typeface="+mn-lt"/>
              </a:defRPr>
            </a:lvl7pPr>
            <a:lvl8pPr marL="0" indent="0" algn="l">
              <a:spcBef>
                <a:spcPts val="0"/>
              </a:spcBef>
              <a:buNone/>
              <a:defRPr sz="3200">
                <a:latin typeface="+mn-lt"/>
              </a:defRPr>
            </a:lvl8pPr>
            <a:lvl9pPr marL="0" indent="0" algn="l">
              <a:spcBef>
                <a:spcPts val="0"/>
              </a:spcBef>
              <a:buNone/>
              <a:defRPr sz="3200">
                <a:latin typeface="+mn-lt"/>
              </a:defRPr>
            </a:lvl9pPr>
          </a:lstStyle>
          <a:p>
            <a:r>
              <a:rPr lang="en-US"/>
              <a:t>[Subtitle, if needed]</a:t>
            </a:r>
          </a:p>
        </p:txBody>
      </p:sp>
      <p:sp>
        <p:nvSpPr>
          <p:cNvPr id="12" name="Slide Number Placeholder 3">
            <a:extLst>
              <a:ext uri="{FF2B5EF4-FFF2-40B4-BE49-F238E27FC236}">
                <a16:creationId xmlns:a16="http://schemas.microsoft.com/office/drawing/2014/main" id="{C77BBFD5-D94B-1E03-9FD0-C9ECA645236B}"/>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 name="Slide Number Placeholder 3">
            <a:extLst>
              <a:ext uri="{FF2B5EF4-FFF2-40B4-BE49-F238E27FC236}">
                <a16:creationId xmlns:a16="http://schemas.microsoft.com/office/drawing/2014/main" id="{04E4703D-D091-E95C-B576-BCC721EC7CE5}"/>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5" name="Straight Connector 4">
            <a:extLst>
              <a:ext uri="{FF2B5EF4-FFF2-40B4-BE49-F238E27FC236}">
                <a16:creationId xmlns:a16="http://schemas.microsoft.com/office/drawing/2014/main" id="{D88CE86B-7BC8-1CE3-F6CE-53B3201452E9}"/>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6" name="Picture 5" descr="A black background with a black square&#10;&#10;Description automatically generated with medium confidence">
            <a:extLst>
              <a:ext uri="{FF2B5EF4-FFF2-40B4-BE49-F238E27FC236}">
                <a16:creationId xmlns:a16="http://schemas.microsoft.com/office/drawing/2014/main" id="{81EA375A-B3FC-1519-A61A-CC7BC0EC1EE4}"/>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11" name="Slide Number Placeholder 3">
            <a:extLst>
              <a:ext uri="{FF2B5EF4-FFF2-40B4-BE49-F238E27FC236}">
                <a16:creationId xmlns:a16="http://schemas.microsoft.com/office/drawing/2014/main" id="{2C60B324-4ED0-C78F-AFB5-2954DCFA09B0}"/>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a:p>
        </p:txBody>
      </p:sp>
    </p:spTree>
    <p:extLst>
      <p:ext uri="{BB962C8B-B14F-4D97-AF65-F5344CB8AC3E}">
        <p14:creationId xmlns:p14="http://schemas.microsoft.com/office/powerpoint/2010/main" val="39196273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 Blue/Yellow">
    <p:bg>
      <p:bgPr>
        <a:solidFill>
          <a:srgbClr val="0061A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76A5C0-C438-F149-C826-2C91EC126F8D}"/>
              </a:ext>
            </a:extLst>
          </p:cNvPr>
          <p:cNvPicPr>
            <a:picLocks noChangeAspect="1"/>
          </p:cNvPicPr>
          <p:nvPr userDrawn="1"/>
        </p:nvPicPr>
        <p:blipFill>
          <a:blip r:embed="rId2"/>
          <a:srcRect t="755" b="755"/>
          <a:stretch/>
        </p:blipFill>
        <p:spPr>
          <a:xfrm rot="10800000">
            <a:off x="0" y="0"/>
            <a:ext cx="12192000" cy="6858000"/>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273050" y="6066154"/>
            <a:ext cx="1691640" cy="654687"/>
          </a:xfrm>
          <a:prstGeom prst="rect">
            <a:avLst/>
          </a:prstGeom>
        </p:spPr>
      </p:pic>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457200" y="374648"/>
            <a:ext cx="8380984" cy="2012292"/>
          </a:xfrm>
        </p:spPr>
        <p:txBody>
          <a:bodyPr anchor="b" anchorCtr="0"/>
          <a:lstStyle>
            <a:lvl1pPr>
              <a:defRPr sz="4800" spc="-100" baseline="0">
                <a:solidFill>
                  <a:schemeClr val="tx1"/>
                </a:solidFill>
              </a:defRPr>
            </a:lvl1pPr>
          </a:lstStyle>
          <a:p>
            <a:r>
              <a:rPr lang="en-US"/>
              <a:t>[Section title]</a:t>
            </a:r>
          </a:p>
        </p:txBody>
      </p:sp>
      <p:sp>
        <p:nvSpPr>
          <p:cNvPr id="8" name="Subtitle 2">
            <a:extLst>
              <a:ext uri="{FF2B5EF4-FFF2-40B4-BE49-F238E27FC236}">
                <a16:creationId xmlns:a16="http://schemas.microsoft.com/office/drawing/2014/main" id="{5C97AC5A-D82A-F342-8BB8-4C99047C2917}"/>
              </a:ext>
            </a:extLst>
          </p:cNvPr>
          <p:cNvSpPr>
            <a:spLocks noGrp="1"/>
          </p:cNvSpPr>
          <p:nvPr>
            <p:ph type="subTitle" idx="1" hasCustomPrompt="1"/>
          </p:nvPr>
        </p:nvSpPr>
        <p:spPr>
          <a:xfrm>
            <a:off x="457200" y="2423160"/>
            <a:ext cx="8380984" cy="640080"/>
          </a:xfrm>
        </p:spPr>
        <p:txBody>
          <a:bodyPr>
            <a:noAutofit/>
          </a:bodyPr>
          <a:lstStyle>
            <a:lvl1pPr marL="0" indent="0" algn="l">
              <a:spcBef>
                <a:spcPts val="0"/>
              </a:spcBef>
              <a:buNone/>
              <a:defRPr sz="3200">
                <a:latin typeface="+mn-lt"/>
              </a:defRPr>
            </a:lvl1pPr>
            <a:lvl2pPr marL="0" indent="0" algn="l">
              <a:spcBef>
                <a:spcPts val="0"/>
              </a:spcBef>
              <a:buNone/>
              <a:defRPr sz="3200">
                <a:latin typeface="+mn-lt"/>
              </a:defRPr>
            </a:lvl2pPr>
            <a:lvl3pPr marL="0" indent="0" algn="l">
              <a:spcBef>
                <a:spcPts val="0"/>
              </a:spcBef>
              <a:buNone/>
              <a:defRPr sz="3200">
                <a:latin typeface="+mn-lt"/>
              </a:defRPr>
            </a:lvl3pPr>
            <a:lvl4pPr marL="0" indent="0" algn="l">
              <a:spcBef>
                <a:spcPts val="0"/>
              </a:spcBef>
              <a:buNone/>
              <a:defRPr sz="3200">
                <a:latin typeface="+mn-lt"/>
              </a:defRPr>
            </a:lvl4pPr>
            <a:lvl5pPr marL="0" indent="0" algn="l">
              <a:spcBef>
                <a:spcPts val="0"/>
              </a:spcBef>
              <a:buNone/>
              <a:defRPr sz="3200">
                <a:latin typeface="+mn-lt"/>
              </a:defRPr>
            </a:lvl5pPr>
            <a:lvl6pPr marL="0" indent="0" algn="l">
              <a:spcBef>
                <a:spcPts val="0"/>
              </a:spcBef>
              <a:buNone/>
              <a:defRPr sz="3200">
                <a:latin typeface="+mn-lt"/>
              </a:defRPr>
            </a:lvl6pPr>
            <a:lvl7pPr marL="0" indent="0" algn="l">
              <a:spcBef>
                <a:spcPts val="0"/>
              </a:spcBef>
              <a:buNone/>
              <a:defRPr sz="3200">
                <a:latin typeface="+mn-lt"/>
              </a:defRPr>
            </a:lvl7pPr>
            <a:lvl8pPr marL="0" indent="0" algn="l">
              <a:spcBef>
                <a:spcPts val="0"/>
              </a:spcBef>
              <a:buNone/>
              <a:defRPr sz="3200">
                <a:latin typeface="+mn-lt"/>
              </a:defRPr>
            </a:lvl8pPr>
            <a:lvl9pPr marL="0" indent="0" algn="l">
              <a:spcBef>
                <a:spcPts val="0"/>
              </a:spcBef>
              <a:buNone/>
              <a:defRPr sz="3200">
                <a:latin typeface="+mn-lt"/>
              </a:defRPr>
            </a:lvl9pPr>
          </a:lstStyle>
          <a:p>
            <a:r>
              <a:rPr lang="en-US"/>
              <a:t>[Subtitle, if needed]</a:t>
            </a:r>
          </a:p>
        </p:txBody>
      </p:sp>
      <p:sp>
        <p:nvSpPr>
          <p:cNvPr id="9" name="Slide Number Placeholder 3">
            <a:extLst>
              <a:ext uri="{FF2B5EF4-FFF2-40B4-BE49-F238E27FC236}">
                <a16:creationId xmlns:a16="http://schemas.microsoft.com/office/drawing/2014/main" id="{33A599E6-85CC-22FE-7964-014C37D3CB9C}"/>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10" name="Straight Connector 9">
            <a:extLst>
              <a:ext uri="{FF2B5EF4-FFF2-40B4-BE49-F238E27FC236}">
                <a16:creationId xmlns:a16="http://schemas.microsoft.com/office/drawing/2014/main" id="{DA2845DA-69B4-6551-82D1-9338C8C70092}"/>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1" name="Picture 10" descr="A black background with a black square&#10;&#10;Description automatically generated with medium confidence">
            <a:extLst>
              <a:ext uri="{FF2B5EF4-FFF2-40B4-BE49-F238E27FC236}">
                <a16:creationId xmlns:a16="http://schemas.microsoft.com/office/drawing/2014/main" id="{1420DECE-7A99-9FCD-969B-3F634D3CCF0C}"/>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3" name="Slide Number Placeholder 3">
            <a:extLst>
              <a:ext uri="{FF2B5EF4-FFF2-40B4-BE49-F238E27FC236}">
                <a16:creationId xmlns:a16="http://schemas.microsoft.com/office/drawing/2014/main" id="{6D176970-6879-D7C9-9876-8135C0CC1ED1}"/>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a:p>
        </p:txBody>
      </p:sp>
    </p:spTree>
    <p:extLst>
      <p:ext uri="{BB962C8B-B14F-4D97-AF65-F5344CB8AC3E}">
        <p14:creationId xmlns:p14="http://schemas.microsoft.com/office/powerpoint/2010/main" val="2332026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Logo_1">
    <p:bg>
      <p:bgPr>
        <a:solidFill>
          <a:srgbClr val="0090DA"/>
        </a:solidFill>
        <a:effectLst/>
      </p:bgPr>
    </p:bg>
    <p:spTree>
      <p:nvGrpSpPr>
        <p:cNvPr id="1" name=""/>
        <p:cNvGrpSpPr/>
        <p:nvPr/>
      </p:nvGrpSpPr>
      <p:grpSpPr>
        <a:xfrm>
          <a:off x="0" y="0"/>
          <a:ext cx="0" cy="0"/>
          <a:chOff x="0" y="0"/>
          <a:chExt cx="0" cy="0"/>
        </a:xfrm>
      </p:grpSpPr>
      <p:pic>
        <p:nvPicPr>
          <p:cNvPr id="4" name="Picture 3" descr="A blue and purple background&#10;&#10;Description automatically generated">
            <a:extLst>
              <a:ext uri="{FF2B5EF4-FFF2-40B4-BE49-F238E27FC236}">
                <a16:creationId xmlns:a16="http://schemas.microsoft.com/office/drawing/2014/main" id="{33AD1F99-DC75-9CEC-C18C-14470660D793}"/>
              </a:ext>
            </a:extLst>
          </p:cNvPr>
          <p:cNvPicPr>
            <a:picLocks noChangeAspect="1"/>
          </p:cNvPicPr>
          <p:nvPr userDrawn="1"/>
        </p:nvPicPr>
        <p:blipFill rotWithShape="1">
          <a:blip r:embed="rId2"/>
          <a:srcRect l="1627" t="1627" b="768"/>
          <a:stretch/>
        </p:blipFill>
        <p:spPr>
          <a:xfrm rot="10800000">
            <a:off x="0" y="1"/>
            <a:ext cx="12192001" cy="6857999"/>
          </a:xfrm>
          <a:prstGeom prst="rect">
            <a:avLst/>
          </a:prstGeom>
        </p:spPr>
      </p:pic>
      <p:sp>
        <p:nvSpPr>
          <p:cNvPr id="12" name="Slide Number Placeholder 3">
            <a:extLst>
              <a:ext uri="{FF2B5EF4-FFF2-40B4-BE49-F238E27FC236}">
                <a16:creationId xmlns:a16="http://schemas.microsoft.com/office/drawing/2014/main" id="{C77BBFD5-D94B-1E03-9FD0-C9ECA645236B}"/>
              </a:ext>
            </a:extLst>
          </p:cNvPr>
          <p:cNvSpPr txBox="1">
            <a:spLocks/>
          </p:cNvSpPr>
          <p:nvPr userDrawn="1"/>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cxnSp>
        <p:nvCxnSpPr>
          <p:cNvPr id="13" name="Straight Connector 12">
            <a:extLst>
              <a:ext uri="{FF2B5EF4-FFF2-40B4-BE49-F238E27FC236}">
                <a16:creationId xmlns:a16="http://schemas.microsoft.com/office/drawing/2014/main" id="{05D102F6-E823-592E-DC09-38E2EBC77A26}"/>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4" name="Picture 13" descr="A black background with a black square&#10;&#10;Description automatically generated with medium confidence">
            <a:extLst>
              <a:ext uri="{FF2B5EF4-FFF2-40B4-BE49-F238E27FC236}">
                <a16:creationId xmlns:a16="http://schemas.microsoft.com/office/drawing/2014/main" id="{8C7E86A6-744C-71DF-10EB-52D879058869}"/>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279846" y="6400801"/>
            <a:ext cx="1185348" cy="173172"/>
          </a:xfrm>
          <a:prstGeom prst="rect">
            <a:avLst/>
          </a:prstGeom>
        </p:spPr>
      </p:pic>
      <p:pic>
        <p:nvPicPr>
          <p:cNvPr id="3" name="MetLife">
            <a:extLst>
              <a:ext uri="{FF2B5EF4-FFF2-40B4-BE49-F238E27FC236}">
                <a16:creationId xmlns:a16="http://schemas.microsoft.com/office/drawing/2014/main" id="{D81AC6DD-F0E5-0DFD-BF2D-3CC6C8336B8F}"/>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968207" y="2733672"/>
            <a:ext cx="3594237" cy="1391017"/>
          </a:xfrm>
          <a:prstGeom prst="rect">
            <a:avLst/>
          </a:prstGeom>
        </p:spPr>
      </p:pic>
      <p:sp>
        <p:nvSpPr>
          <p:cNvPr id="5" name="Slide Number Placeholder 3">
            <a:extLst>
              <a:ext uri="{FF2B5EF4-FFF2-40B4-BE49-F238E27FC236}">
                <a16:creationId xmlns:a16="http://schemas.microsoft.com/office/drawing/2014/main" id="{F8127698-125E-5EC3-AF1C-EB9B9E180DC7}"/>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a:p>
        </p:txBody>
      </p:sp>
    </p:spTree>
    <p:extLst>
      <p:ext uri="{BB962C8B-B14F-4D97-AF65-F5344CB8AC3E}">
        <p14:creationId xmlns:p14="http://schemas.microsoft.com/office/powerpoint/2010/main" val="3185719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nd Logo_2">
    <p:bg>
      <p:bgPr>
        <a:solidFill>
          <a:srgbClr val="0061A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76A5C0-C438-F149-C826-2C91EC126F8D}"/>
              </a:ext>
            </a:extLst>
          </p:cNvPr>
          <p:cNvPicPr>
            <a:picLocks noChangeAspect="1"/>
          </p:cNvPicPr>
          <p:nvPr userDrawn="1"/>
        </p:nvPicPr>
        <p:blipFill>
          <a:blip r:embed="rId2"/>
          <a:srcRect t="755" b="755"/>
          <a:stretch/>
        </p:blipFill>
        <p:spPr>
          <a:xfrm rot="21600000">
            <a:off x="0" y="0"/>
            <a:ext cx="12192000" cy="6858000"/>
          </a:xfrm>
          <a:prstGeom prst="rect">
            <a:avLst/>
          </a:prstGeom>
        </p:spPr>
      </p:pic>
      <p:pic>
        <p:nvPicPr>
          <p:cNvPr id="7" name="MetLife">
            <a:extLst>
              <a:ext uri="{FF2B5EF4-FFF2-40B4-BE49-F238E27FC236}">
                <a16:creationId xmlns:a16="http://schemas.microsoft.com/office/drawing/2014/main" id="{D3C4F598-00F6-BB4E-BB99-C306ED024B7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974490" y="2733491"/>
            <a:ext cx="3594237" cy="1391017"/>
          </a:xfrm>
          <a:prstGeom prst="rect">
            <a:avLst/>
          </a:prstGeom>
        </p:spPr>
      </p:pic>
      <p:cxnSp>
        <p:nvCxnSpPr>
          <p:cNvPr id="16" name="Straight Connector 15">
            <a:extLst>
              <a:ext uri="{FF2B5EF4-FFF2-40B4-BE49-F238E27FC236}">
                <a16:creationId xmlns:a16="http://schemas.microsoft.com/office/drawing/2014/main" id="{24EB5B08-E1BE-190A-5EF4-2D40A97F0B79}"/>
              </a:ext>
            </a:extLst>
          </p:cNvPr>
          <p:cNvCxnSpPr/>
          <p:nvPr userDrawn="1"/>
        </p:nvCxnSpPr>
        <p:spPr>
          <a:xfrm>
            <a:off x="11581069" y="6333741"/>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7" name="Picture 16" descr="A black background with a black square&#10;&#10;Description automatically generated with medium confidence">
            <a:extLst>
              <a:ext uri="{FF2B5EF4-FFF2-40B4-BE49-F238E27FC236}">
                <a16:creationId xmlns:a16="http://schemas.microsoft.com/office/drawing/2014/main" id="{297164CB-F328-2D70-832E-4A10C7B69BCC}"/>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279846" y="6400801"/>
            <a:ext cx="1185348" cy="173172"/>
          </a:xfrm>
          <a:prstGeom prst="rect">
            <a:avLst/>
          </a:prstGeom>
        </p:spPr>
      </p:pic>
      <p:sp>
        <p:nvSpPr>
          <p:cNvPr id="5" name="Slide Number Placeholder 3">
            <a:extLst>
              <a:ext uri="{FF2B5EF4-FFF2-40B4-BE49-F238E27FC236}">
                <a16:creationId xmlns:a16="http://schemas.microsoft.com/office/drawing/2014/main" id="{322CFDEE-8B2E-B44B-D462-1122BE040CB3}"/>
              </a:ext>
            </a:extLst>
          </p:cNvPr>
          <p:cNvSpPr>
            <a:spLocks noGrp="1"/>
          </p:cNvSpPr>
          <p:nvPr userDrawn="1"/>
        </p:nvSpPr>
        <p:spPr>
          <a:xfrm>
            <a:off x="11420263" y="6363832"/>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a:p>
        </p:txBody>
      </p:sp>
    </p:spTree>
    <p:extLst>
      <p:ext uri="{BB962C8B-B14F-4D97-AF65-F5344CB8AC3E}">
        <p14:creationId xmlns:p14="http://schemas.microsoft.com/office/powerpoint/2010/main" val="36007936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6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457200" y="2286000"/>
            <a:ext cx="5486400" cy="3657600"/>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2286000"/>
            <a:ext cx="5486400" cy="3657600"/>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5EFB78F-2737-D435-611C-8193E8D5E3B7}"/>
              </a:ext>
            </a:extLst>
          </p:cNvPr>
          <p:cNvSpPr>
            <a:spLocks noGrp="1"/>
          </p:cNvSpPr>
          <p:nvPr>
            <p:ph type="title" hasCustomPrompt="1"/>
          </p:nvPr>
        </p:nvSpPr>
        <p:spPr>
          <a:xfrm>
            <a:off x="457200" y="365759"/>
            <a:ext cx="11277600" cy="1371600"/>
          </a:xfrm>
        </p:spPr>
        <p:txBody>
          <a:bodyPr/>
          <a:lstStyle>
            <a:lvl1pPr>
              <a:defRPr>
                <a:latin typeface="+mj-lt"/>
              </a:defRPr>
            </a:lvl1pPr>
          </a:lstStyle>
          <a:p>
            <a:r>
              <a:rPr lang="en-US"/>
              <a:t>[Slide title]</a:t>
            </a:r>
          </a:p>
        </p:txBody>
      </p:sp>
      <p:sp>
        <p:nvSpPr>
          <p:cNvPr id="6" name="Text Placeholder 8">
            <a:extLst>
              <a:ext uri="{FF2B5EF4-FFF2-40B4-BE49-F238E27FC236}">
                <a16:creationId xmlns:a16="http://schemas.microsoft.com/office/drawing/2014/main" id="{EF7797ED-D6EC-3CA1-A9D4-10DC3CF59757}"/>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5573209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guide id="3" orient="horz" pos="3744">
          <p15:clr>
            <a:srgbClr val="FBAE40"/>
          </p15:clr>
        </p15:guide>
        <p15:guide id="4" orient="horz" pos="14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709C2A-DF1F-A3CC-8F95-386C33202764}"/>
              </a:ext>
            </a:extLst>
          </p:cNvPr>
          <p:cNvSpPr txBox="1"/>
          <p:nvPr userDrawn="1"/>
        </p:nvSpPr>
        <p:spPr>
          <a:xfrm>
            <a:off x="2643809" y="6520070"/>
            <a:ext cx="0" cy="0"/>
          </a:xfrm>
          <a:prstGeom prst="rect">
            <a:avLst/>
          </a:prstGeom>
          <a:noFill/>
        </p:spPr>
        <p:txBody>
          <a:bodyPr wrap="none" lIns="0" tIns="0" rIns="0" bIns="0" rtlCol="0">
            <a:noAutofit/>
          </a:bodyPr>
          <a:lstStyle/>
          <a:p>
            <a:pPr marL="228600" indent="-228600">
              <a:lnSpc>
                <a:spcPct val="100000"/>
              </a:lnSpc>
              <a:spcBef>
                <a:spcPts val="1200"/>
              </a:spcBef>
              <a:buSzPct val="100000"/>
              <a:buFont typeface="Arial"/>
              <a:buChar char="•"/>
            </a:pPr>
            <a:endParaRPr lang="en-US" sz="1600"/>
          </a:p>
        </p:txBody>
      </p:sp>
      <p:sp>
        <p:nvSpPr>
          <p:cNvPr id="7" name="Content Placeholder 2">
            <a:extLst>
              <a:ext uri="{FF2B5EF4-FFF2-40B4-BE49-F238E27FC236}">
                <a16:creationId xmlns:a16="http://schemas.microsoft.com/office/drawing/2014/main" id="{15438D11-236F-50CB-DFF2-985A54588DCE}"/>
              </a:ext>
            </a:extLst>
          </p:cNvPr>
          <p:cNvSpPr>
            <a:spLocks noGrp="1"/>
          </p:cNvSpPr>
          <p:nvPr>
            <p:ph idx="1" hasCustomPrompt="1"/>
          </p:nvPr>
        </p:nvSpPr>
        <p:spPr>
          <a:xfrm>
            <a:off x="609600" y="2286000"/>
            <a:ext cx="11277600" cy="3657600"/>
          </a:xfrm>
        </p:spPr>
        <p:txBody>
          <a:bodyPr numCol="1" spcCol="301752">
            <a:noAutofit/>
          </a:bodyPr>
          <a:lstStyle>
            <a:lvl1pPr marL="365760" indent="-365760">
              <a:spcBef>
                <a:spcPts val="600"/>
              </a:spcBef>
              <a:buClr>
                <a:srgbClr val="0061A0"/>
              </a:buClr>
              <a:buFont typeface="+mj-lt"/>
              <a:buAutoNum type="arabicPeriod"/>
              <a:tabLst>
                <a:tab pos="5254625" algn="r"/>
              </a:tabLst>
              <a:defRPr sz="2400" b="0">
                <a:latin typeface="Arial Nova" panose="020B0504020202020204" pitchFamily="34" charset="0"/>
                <a:cs typeface="Aharoni" panose="02010803020104030203" pitchFamily="2" charset="-79"/>
              </a:defRPr>
            </a:lvl1pPr>
            <a:lvl2pPr marL="640080" indent="-274320">
              <a:spcBef>
                <a:spcPts val="0"/>
              </a:spcBef>
              <a:tabLst>
                <a:tab pos="5254625" algn="r"/>
              </a:tabLst>
              <a:defRPr sz="2400"/>
            </a:lvl2pPr>
            <a:lvl3pPr marL="914400" indent="-274320">
              <a:spcBef>
                <a:spcPts val="0"/>
              </a:spcBef>
              <a:tabLst>
                <a:tab pos="5254625" algn="r"/>
              </a:tabLst>
              <a:defRPr sz="2400"/>
            </a:lvl3pPr>
            <a:lvl4pPr marL="1188720" indent="-274320">
              <a:spcBef>
                <a:spcPts val="0"/>
              </a:spcBef>
              <a:tabLst>
                <a:tab pos="5254625" algn="r"/>
              </a:tabLst>
              <a:defRPr sz="2400"/>
            </a:lvl4pPr>
            <a:lvl5pPr marL="1463040" indent="-274320">
              <a:spcBef>
                <a:spcPts val="0"/>
              </a:spcBef>
              <a:tabLst>
                <a:tab pos="5254625" algn="r"/>
              </a:tabLst>
              <a:defRPr sz="2400"/>
            </a:lvl5pPr>
            <a:lvl6pPr marL="1737360" indent="-274320">
              <a:spcBef>
                <a:spcPts val="0"/>
              </a:spcBef>
              <a:tabLst>
                <a:tab pos="5254625" algn="r"/>
              </a:tabLst>
              <a:defRPr sz="2400"/>
            </a:lvl6pPr>
            <a:lvl7pPr marL="2011680" indent="-274320">
              <a:spcBef>
                <a:spcPts val="0"/>
              </a:spcBef>
              <a:tabLst>
                <a:tab pos="5254625" algn="r"/>
              </a:tabLst>
              <a:defRPr sz="2400"/>
            </a:lvl7pPr>
            <a:lvl8pPr marL="2286000" indent="-274320">
              <a:spcBef>
                <a:spcPts val="0"/>
              </a:spcBef>
              <a:tabLst>
                <a:tab pos="5254625" algn="r"/>
              </a:tabLst>
              <a:defRPr sz="2400"/>
            </a:lvl8pPr>
            <a:lvl9pPr marL="2560320" indent="-274320">
              <a:spcBef>
                <a:spcPts val="0"/>
              </a:spcBef>
              <a:tabLst>
                <a:tab pos="5254625" algn="r"/>
              </a:tabLst>
              <a:defRPr sz="2400"/>
            </a:lvl9pPr>
          </a:lstStyle>
          <a:p>
            <a:pPr marL="365760" indent="-365760" algn="l" rtl="0" eaLnBrk="1" latinLnBrk="0" hangingPunct="1">
              <a:spcBef>
                <a:spcPts val="600"/>
              </a:spcBef>
              <a:spcAft>
                <a:spcPts val="0"/>
              </a:spcAft>
              <a:buClr>
                <a:srgbClr val="0061A0"/>
              </a:buClr>
              <a:buSzPts val="2400"/>
              <a:buFont typeface="+mj-lt"/>
              <a:buAutoNum type="arabicPeriod"/>
              <a:tabLst>
                <a:tab pos="5254625" algn="r"/>
              </a:tabLst>
            </a:pPr>
            <a:r>
              <a:rPr lang="en-US" sz="1800" b="1" kern="1200">
                <a:solidFill>
                  <a:srgbClr val="000000"/>
                </a:solidFill>
                <a:effectLst/>
                <a:latin typeface="Arial" panose="020B0604020202020204" pitchFamily="34" charset="0"/>
                <a:ea typeface="+mn-ea"/>
                <a:cs typeface="+mn-cs"/>
              </a:rPr>
              <a:t>Agenda items are Arial Bold 24pt</a:t>
            </a:r>
            <a:endParaRPr lang="en-US" sz="1800">
              <a:effectLst/>
            </a:endParaRPr>
          </a:p>
          <a:p>
            <a:pPr marL="640080" indent="-274320" algn="l" rtl="0" eaLnBrk="1" latinLnBrk="0" hangingPunct="1">
              <a:spcBef>
                <a:spcPts val="0"/>
              </a:spcBef>
              <a:spcAft>
                <a:spcPts val="0"/>
              </a:spcAft>
              <a:tabLst>
                <a:tab pos="5254625" algn="r"/>
              </a:tabLst>
            </a:pPr>
            <a:r>
              <a:rPr lang="en-US" sz="1800" kern="1200">
                <a:solidFill>
                  <a:srgbClr val="000000"/>
                </a:solidFill>
                <a:effectLst/>
                <a:latin typeface="Arial" panose="020B0604020202020204" pitchFamily="34" charset="0"/>
                <a:ea typeface="+mn-ea"/>
                <a:cs typeface="+mn-cs"/>
              </a:rPr>
              <a:t>Additional text levels are possible</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This is placeholder text</a:t>
            </a:r>
            <a:endParaRPr lang="en-US">
              <a:effectLst/>
            </a:endParaRPr>
          </a:p>
          <a:p>
            <a:pPr marL="365760" indent="-365760" algn="l" rtl="0" eaLnBrk="1" latinLnBrk="0" hangingPunct="1">
              <a:spcBef>
                <a:spcPts val="600"/>
              </a:spcBef>
              <a:spcAft>
                <a:spcPts val="0"/>
              </a:spcAft>
              <a:tabLst>
                <a:tab pos="5254625" algn="r"/>
              </a:tabLst>
            </a:pPr>
            <a:r>
              <a:rPr lang="en-US" sz="1800" b="1" kern="1200">
                <a:solidFill>
                  <a:srgbClr val="000000"/>
                </a:solidFill>
                <a:effectLst/>
                <a:latin typeface="Arial" panose="020B0604020202020204" pitchFamily="34" charset="0"/>
                <a:ea typeface="+mn-ea"/>
                <a:cs typeface="+mn-cs"/>
              </a:rPr>
              <a:t>For more agenda items, use a second slide</a:t>
            </a:r>
            <a:endParaRPr lang="en-US">
              <a:effectLst/>
            </a:endParaRPr>
          </a:p>
        </p:txBody>
      </p:sp>
      <p:sp>
        <p:nvSpPr>
          <p:cNvPr id="8" name="Title Placeholder 1">
            <a:extLst>
              <a:ext uri="{FF2B5EF4-FFF2-40B4-BE49-F238E27FC236}">
                <a16:creationId xmlns:a16="http://schemas.microsoft.com/office/drawing/2014/main" id="{BF9FEFF5-45C6-FBC7-C1CD-1A07B8B2A99E}"/>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a:t>[Slide title]</a:t>
            </a:r>
          </a:p>
        </p:txBody>
      </p:sp>
      <p:sp>
        <p:nvSpPr>
          <p:cNvPr id="3" name="Text Placeholder 8">
            <a:extLst>
              <a:ext uri="{FF2B5EF4-FFF2-40B4-BE49-F238E27FC236}">
                <a16:creationId xmlns:a16="http://schemas.microsoft.com/office/drawing/2014/main" id="{CF01598B-115C-73CA-6922-F542C0AF67BA}"/>
              </a:ext>
            </a:extLst>
          </p:cNvPr>
          <p:cNvSpPr>
            <a:spLocks noGrp="1"/>
          </p:cNvSpPr>
          <p:nvPr>
            <p:ph type="body" sz="quarter" idx="10" hasCustomPrompt="1"/>
          </p:nvPr>
        </p:nvSpPr>
        <p:spPr>
          <a:xfrm>
            <a:off x="457200" y="5500688"/>
            <a:ext cx="11277600" cy="442912"/>
          </a:xfrm>
        </p:spPr>
        <p:txBody>
          <a:bodyPr anchor="b"/>
          <a:lstStyle>
            <a:lvl1pPr marL="0" indent="0">
              <a:spcBef>
                <a:spcPts val="0"/>
              </a:spcBef>
              <a:buFontTx/>
              <a:buNone/>
              <a:defRPr sz="800"/>
            </a:lvl1pPr>
            <a:lvl2pPr>
              <a:defRPr sz="800"/>
            </a:lvl2pPr>
            <a:lvl3pPr>
              <a:defRPr sz="800"/>
            </a:lvl3pPr>
            <a:lvl4pPr>
              <a:defRPr sz="800"/>
            </a:lvl4pPr>
            <a:lvl5pPr>
              <a:defRPr sz="800"/>
            </a:lvl5pPr>
          </a:lstStyle>
          <a:p>
            <a:pPr>
              <a:buSzPct val="100000"/>
            </a:pPr>
            <a:r>
              <a:rPr lang="en-US"/>
              <a:t>[Footnotes/references, if needed, appear here in Arial Regular 8pt.</a:t>
            </a:r>
          </a:p>
          <a:p>
            <a:pPr>
              <a:buSzPct val="100000"/>
            </a:pPr>
            <a:r>
              <a:rPr lang="en-US"/>
              <a:t>Text grows upwards as lines are added.]</a:t>
            </a:r>
          </a:p>
        </p:txBody>
      </p:sp>
    </p:spTree>
    <p:extLst>
      <p:ext uri="{BB962C8B-B14F-4D97-AF65-F5344CB8AC3E}">
        <p14:creationId xmlns:p14="http://schemas.microsoft.com/office/powerpoint/2010/main" val="1989820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1440">
          <p15:clr>
            <a:srgbClr val="FBAE40"/>
          </p15:clr>
        </p15:guide>
        <p15:guide id="4" orient="horz" pos="37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MetLife">
            <a:extLst>
              <a:ext uri="{FF2B5EF4-FFF2-40B4-BE49-F238E27FC236}">
                <a16:creationId xmlns:a16="http://schemas.microsoft.com/office/drawing/2014/main" id="{9A5B9F59-CF97-5940-B339-05EEC2A995DD}"/>
              </a:ext>
              <a:ext uri="{C183D7F6-B498-43B3-948B-1728B52AA6E4}">
                <adec:decorative xmlns:adec="http://schemas.microsoft.com/office/drawing/2017/decorative" val="1"/>
              </a:ext>
            </a:extLst>
          </p:cNvPr>
          <p:cNvPicPr preferRelativeResize="0">
            <a:picLocks noChangeAspect="1"/>
          </p:cNvPicPr>
          <p:nvPr userDrawn="1"/>
        </p:nvPicPr>
        <p:blipFill>
          <a:blip r:embed="rId23"/>
          <a:stretch>
            <a:fillRect/>
          </a:stretch>
        </p:blipFill>
        <p:spPr>
          <a:xfrm>
            <a:off x="273050" y="6062734"/>
            <a:ext cx="1692275" cy="658107"/>
          </a:xfrm>
          <a:prstGeom prst="rect">
            <a:avLst/>
          </a:prstGeom>
        </p:spPr>
      </p:pic>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457200" y="2286000"/>
            <a:ext cx="11277600" cy="3657600"/>
          </a:xfrm>
          <a:prstGeom prst="rect">
            <a:avLst/>
          </a:prstGeom>
        </p:spPr>
        <p:txBody>
          <a:bodyPr vert="horz" lIns="0" tIns="0" rIns="0" bIns="0" spcCol="30175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blue and yellow triangle on a black background&#10;&#10;Description automatically generated">
            <a:extLst>
              <a:ext uri="{FF2B5EF4-FFF2-40B4-BE49-F238E27FC236}">
                <a16:creationId xmlns:a16="http://schemas.microsoft.com/office/drawing/2014/main" id="{C1E1B841-FC41-3F34-5622-CE6B1175EC73}"/>
              </a:ext>
            </a:extLst>
          </p:cNvPr>
          <p:cNvPicPr>
            <a:picLocks noGrp="1" noRot="1" noChangeAspect="1" noMove="1" noResize="1" noEditPoints="1" noAdjustHandles="1" noChangeArrowheads="1" noChangeShapeType="1" noCrop="1"/>
          </p:cNvPicPr>
          <p:nvPr userDrawn="1"/>
        </p:nvPicPr>
        <p:blipFill>
          <a:blip r:embed="rId24"/>
          <a:stretch>
            <a:fillRect/>
          </a:stretch>
        </p:blipFill>
        <p:spPr>
          <a:xfrm>
            <a:off x="8192779" y="4724058"/>
            <a:ext cx="3999221" cy="2167320"/>
          </a:xfrm>
          <a:prstGeom prst="rect">
            <a:avLst/>
          </a:prstGeom>
        </p:spPr>
      </p:pic>
      <p:cxnSp>
        <p:nvCxnSpPr>
          <p:cNvPr id="11" name="Straight Connector 10">
            <a:extLst>
              <a:ext uri="{FF2B5EF4-FFF2-40B4-BE49-F238E27FC236}">
                <a16:creationId xmlns:a16="http://schemas.microsoft.com/office/drawing/2014/main" id="{819C51B3-225A-6CFC-F24E-BF7CF40EDBA7}"/>
              </a:ext>
            </a:extLst>
          </p:cNvPr>
          <p:cNvCxnSpPr>
            <a:cxnSpLocks noGrp="1" noRot="1" noMove="1" noResize="1" noEditPoints="1" noAdjustHandles="1" noChangeArrowheads="1" noChangeShapeType="1"/>
          </p:cNvCxnSpPr>
          <p:nvPr userDrawn="1"/>
        </p:nvCxnSpPr>
        <p:spPr>
          <a:xfrm>
            <a:off x="11581069" y="6350467"/>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2" name="Picture 11" descr="A black background with a black square&#10;&#10;Description automatically generated with medium confidence">
            <a:extLst>
              <a:ext uri="{FF2B5EF4-FFF2-40B4-BE49-F238E27FC236}">
                <a16:creationId xmlns:a16="http://schemas.microsoft.com/office/drawing/2014/main" id="{DB0A50DE-3F8F-334E-2CD7-5607E6D0905E}"/>
              </a:ext>
            </a:extLst>
          </p:cNvPr>
          <p:cNvPicPr>
            <a:picLocks noChangeAspect="1"/>
          </p:cNvPicPr>
          <p:nvPr userDrawn="1"/>
        </p:nvPicPr>
        <p:blipFill>
          <a:blip r:embed="rId25"/>
          <a:stretch>
            <a:fillRect/>
          </a:stretch>
        </p:blipFill>
        <p:spPr>
          <a:xfrm>
            <a:off x="10279846" y="6417527"/>
            <a:ext cx="1185348" cy="173172"/>
          </a:xfrm>
          <a:prstGeom prst="rect">
            <a:avLst/>
          </a:prstGeom>
        </p:spPr>
      </p:pic>
      <p:sp>
        <p:nvSpPr>
          <p:cNvPr id="16" name="Slide Number Placeholder 3">
            <a:extLst>
              <a:ext uri="{FF2B5EF4-FFF2-40B4-BE49-F238E27FC236}">
                <a16:creationId xmlns:a16="http://schemas.microsoft.com/office/drawing/2014/main" id="{9B33694D-5ED7-7CBF-788F-97AE6E01D375}"/>
              </a:ext>
            </a:extLst>
          </p:cNvPr>
          <p:cNvSpPr/>
          <p:nvPr userDrawn="1"/>
        </p:nvSpPr>
        <p:spPr>
          <a:xfrm>
            <a:off x="11427094" y="6366025"/>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81" r:id="rId1"/>
    <p:sldLayoutId id="2147483694" r:id="rId2"/>
    <p:sldLayoutId id="2147483688" r:id="rId3"/>
    <p:sldLayoutId id="2147483695" r:id="rId4"/>
    <p:sldLayoutId id="2147483687" r:id="rId5"/>
    <p:sldLayoutId id="2147483696" r:id="rId6"/>
    <p:sldLayoutId id="2147483663" r:id="rId7"/>
    <p:sldLayoutId id="2147483650" r:id="rId8"/>
    <p:sldLayoutId id="2147483652" r:id="rId9"/>
    <p:sldLayoutId id="2147483656" r:id="rId10"/>
    <p:sldLayoutId id="2147483657" r:id="rId11"/>
    <p:sldLayoutId id="2147483660" r:id="rId12"/>
    <p:sldLayoutId id="2147483661" r:id="rId13"/>
    <p:sldLayoutId id="2147483654" r:id="rId14"/>
    <p:sldLayoutId id="2147483655" r:id="rId15"/>
    <p:sldLayoutId id="2147483682" r:id="rId16"/>
    <p:sldLayoutId id="2147483683" r:id="rId17"/>
    <p:sldLayoutId id="2147483685" r:id="rId18"/>
    <p:sldLayoutId id="2147483686" r:id="rId19"/>
    <p:sldLayoutId id="2147483692" r:id="rId20"/>
    <p:sldLayoutId id="2147483693" r:id="rId2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3200" b="1" i="0" kern="1200">
          <a:solidFill>
            <a:srgbClr val="0061A0"/>
          </a:solidFill>
          <a:latin typeface="+mj-lt"/>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1pPr>
      <a:lvl2pPr marL="4572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2pPr>
      <a:lvl3pPr marL="6858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3pPr>
      <a:lvl4pPr marL="9144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4pPr>
      <a:lvl5pPr marL="1143000" indent="-228600" algn="l" defTabSz="914400" rtl="0" eaLnBrk="1" latinLnBrk="0" hangingPunct="1">
        <a:lnSpc>
          <a:spcPct val="100000"/>
        </a:lnSpc>
        <a:spcBef>
          <a:spcPts val="300"/>
        </a:spcBef>
        <a:buFont typeface="Arial" panose="020B0604020202020204" pitchFamily="34" charset="0"/>
        <a:buChar char="–"/>
        <a:defRPr sz="1600" b="0" i="0" kern="1200">
          <a:solidFill>
            <a:schemeClr val="tx1"/>
          </a:solidFill>
          <a:latin typeface="+mn-lt"/>
          <a:ea typeface="+mn-ea"/>
          <a:cs typeface="Arial" panose="020B0604020202020204" pitchFamily="34" charset="0"/>
        </a:defRPr>
      </a:lvl5pPr>
      <a:lvl6pPr marL="13716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6pPr>
      <a:lvl7pPr marL="1600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7pPr>
      <a:lvl8pPr marL="1828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8pPr>
      <a:lvl9pPr marL="2057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88" userDrawn="1">
          <p15:clr>
            <a:srgbClr val="F26B43"/>
          </p15:clr>
        </p15:guide>
        <p15:guide id="3" pos="7392" userDrawn="1">
          <p15:clr>
            <a:srgbClr val="F26B43"/>
          </p15:clr>
        </p15:guide>
        <p15:guide id="6" orient="horz" pos="40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16C019-D74D-2280-AD2B-44CB37B60D1F}"/>
              </a:ext>
            </a:extLst>
          </p:cNvPr>
          <p:cNvSpPr>
            <a:spLocks noGrp="1" noRot="1" noMove="1" noResize="1" noEditPoints="1" noAdjustHandles="1" noChangeArrowheads="1" noChangeShapeType="1"/>
          </p:cNvSpPr>
          <p:nvPr userDrawn="1"/>
        </p:nvSpPr>
        <p:spPr>
          <a:xfrm>
            <a:off x="1" y="1515292"/>
            <a:ext cx="12192000" cy="5342708"/>
          </a:xfrm>
          <a:prstGeom prst="rect">
            <a:avLst/>
          </a:prstGeom>
          <a:gradFill flip="none" rotWithShape="1">
            <a:gsLst>
              <a:gs pos="100000">
                <a:srgbClr val="FBFBFB"/>
              </a:gs>
              <a:gs pos="50000">
                <a:schemeClr val="bg1">
                  <a:lumMod val="95000"/>
                </a:schemeClr>
              </a:gs>
              <a:gs pos="0">
                <a:schemeClr val="bg1">
                  <a:lumMod val="8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Open Sans Bold"/>
            </a:endParaRPr>
          </a:p>
        </p:txBody>
      </p:sp>
      <p:pic>
        <p:nvPicPr>
          <p:cNvPr id="9" name="MetLife">
            <a:extLst>
              <a:ext uri="{FF2B5EF4-FFF2-40B4-BE49-F238E27FC236}">
                <a16:creationId xmlns:a16="http://schemas.microsoft.com/office/drawing/2014/main" id="{9A5B9F59-CF97-5940-B339-05EEC2A995DD}"/>
              </a:ext>
              <a:ext uri="{C183D7F6-B498-43B3-948B-1728B52AA6E4}">
                <adec:decorative xmlns:adec="http://schemas.microsoft.com/office/drawing/2017/decorative" val="1"/>
              </a:ext>
            </a:extLst>
          </p:cNvPr>
          <p:cNvPicPr preferRelativeResize="0">
            <a:picLocks noChangeAspect="1"/>
          </p:cNvPicPr>
          <p:nvPr userDrawn="1"/>
        </p:nvPicPr>
        <p:blipFill>
          <a:blip r:embed="rId4"/>
          <a:stretch>
            <a:fillRect/>
          </a:stretch>
        </p:blipFill>
        <p:spPr>
          <a:xfrm>
            <a:off x="273050" y="6062734"/>
            <a:ext cx="1692275" cy="658107"/>
          </a:xfrm>
          <a:prstGeom prst="rect">
            <a:avLst/>
          </a:prstGeom>
        </p:spPr>
      </p:pic>
      <p:pic>
        <p:nvPicPr>
          <p:cNvPr id="5" name="Picture 4" descr="A blue and yellow triangle on a black background&#10;&#10;Description automatically generated">
            <a:extLst>
              <a:ext uri="{FF2B5EF4-FFF2-40B4-BE49-F238E27FC236}">
                <a16:creationId xmlns:a16="http://schemas.microsoft.com/office/drawing/2014/main" id="{B097FE6A-948D-1321-73C0-481B91848C43}"/>
              </a:ext>
            </a:extLst>
          </p:cNvPr>
          <p:cNvPicPr>
            <a:picLocks noChangeAspect="1"/>
          </p:cNvPicPr>
          <p:nvPr userDrawn="1"/>
        </p:nvPicPr>
        <p:blipFill>
          <a:blip r:embed="rId5"/>
          <a:stretch>
            <a:fillRect/>
          </a:stretch>
        </p:blipFill>
        <p:spPr>
          <a:xfrm>
            <a:off x="8192779" y="4724058"/>
            <a:ext cx="3999221" cy="2167320"/>
          </a:xfrm>
          <a:prstGeom prst="rect">
            <a:avLst/>
          </a:prstGeom>
        </p:spPr>
      </p:pic>
      <p:cxnSp>
        <p:nvCxnSpPr>
          <p:cNvPr id="11" name="Straight Connector 10">
            <a:extLst>
              <a:ext uri="{FF2B5EF4-FFF2-40B4-BE49-F238E27FC236}">
                <a16:creationId xmlns:a16="http://schemas.microsoft.com/office/drawing/2014/main" id="{9DFB0D59-10B1-910D-73C9-F0037C156F1C}"/>
              </a:ext>
            </a:extLst>
          </p:cNvPr>
          <p:cNvCxnSpPr/>
          <p:nvPr userDrawn="1"/>
        </p:nvCxnSpPr>
        <p:spPr>
          <a:xfrm>
            <a:off x="11581069" y="6350467"/>
            <a:ext cx="0" cy="27833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lt1"/>
          </a:fontRef>
        </p:style>
      </p:cxnSp>
      <p:pic>
        <p:nvPicPr>
          <p:cNvPr id="12" name="Picture 11" descr="A black background with a black square&#10;&#10;Description automatically generated with medium confidence">
            <a:extLst>
              <a:ext uri="{FF2B5EF4-FFF2-40B4-BE49-F238E27FC236}">
                <a16:creationId xmlns:a16="http://schemas.microsoft.com/office/drawing/2014/main" id="{7E5C4CEB-C3A1-5B28-A0EF-C72FF7C11A6C}"/>
              </a:ext>
            </a:extLst>
          </p:cNvPr>
          <p:cNvPicPr>
            <a:picLocks noChangeAspect="1"/>
          </p:cNvPicPr>
          <p:nvPr userDrawn="1"/>
        </p:nvPicPr>
        <p:blipFill>
          <a:blip r:embed="rId6"/>
          <a:stretch>
            <a:fillRect/>
          </a:stretch>
        </p:blipFill>
        <p:spPr>
          <a:xfrm>
            <a:off x="10279846" y="6417527"/>
            <a:ext cx="1185348" cy="173172"/>
          </a:xfrm>
          <a:prstGeom prst="rect">
            <a:avLst/>
          </a:prstGeom>
        </p:spPr>
      </p:pic>
      <p:sp>
        <p:nvSpPr>
          <p:cNvPr id="10" name="Title Placeholder 1">
            <a:extLst>
              <a:ext uri="{FF2B5EF4-FFF2-40B4-BE49-F238E27FC236}">
                <a16:creationId xmlns:a16="http://schemas.microsoft.com/office/drawing/2014/main" id="{4F193048-899C-F9DD-1EB4-8944991D393D}"/>
              </a:ext>
            </a:extLst>
          </p:cNvPr>
          <p:cNvSpPr>
            <a:spLocks noGrp="1"/>
          </p:cNvSpPr>
          <p:nvPr>
            <p:ph type="title"/>
          </p:nvPr>
        </p:nvSpPr>
        <p:spPr>
          <a:xfrm>
            <a:off x="457200" y="365759"/>
            <a:ext cx="11277600" cy="1371600"/>
          </a:xfrm>
          <a:prstGeom prst="rect">
            <a:avLst/>
          </a:prstGeom>
        </p:spPr>
        <p:txBody>
          <a:bodyPr vert="horz" lIns="0" tIns="0" rIns="0" bIns="0" rtlCol="0" anchor="t" anchorCtr="0">
            <a:noAutofit/>
          </a:bodyPr>
          <a:lstStyle/>
          <a:p>
            <a:r>
              <a:rPr lang="en-US"/>
              <a:t>[Slide title]</a:t>
            </a:r>
          </a:p>
        </p:txBody>
      </p:sp>
      <p:sp>
        <p:nvSpPr>
          <p:cNvPr id="13" name="Text Placeholder 2">
            <a:extLst>
              <a:ext uri="{FF2B5EF4-FFF2-40B4-BE49-F238E27FC236}">
                <a16:creationId xmlns:a16="http://schemas.microsoft.com/office/drawing/2014/main" id="{75AFF099-D5DD-42F8-5A89-33CB89D5922C}"/>
              </a:ext>
            </a:extLst>
          </p:cNvPr>
          <p:cNvSpPr>
            <a:spLocks noGrp="1"/>
          </p:cNvSpPr>
          <p:nvPr>
            <p:ph type="body" idx="1"/>
          </p:nvPr>
        </p:nvSpPr>
        <p:spPr>
          <a:xfrm>
            <a:off x="457200" y="2286000"/>
            <a:ext cx="11277600" cy="3657600"/>
          </a:xfrm>
          <a:prstGeom prst="rect">
            <a:avLst/>
          </a:prstGeom>
        </p:spPr>
        <p:txBody>
          <a:bodyPr vert="horz" lIns="0" tIns="0" rIns="0" bIns="0" spcCol="30175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3">
            <a:extLst>
              <a:ext uri="{FF2B5EF4-FFF2-40B4-BE49-F238E27FC236}">
                <a16:creationId xmlns:a16="http://schemas.microsoft.com/office/drawing/2014/main" id="{8B944E30-99E9-3DA2-9903-17D07EA9F264}"/>
              </a:ext>
            </a:extLst>
          </p:cNvPr>
          <p:cNvSpPr/>
          <p:nvPr userDrawn="1"/>
        </p:nvSpPr>
        <p:spPr>
          <a:xfrm>
            <a:off x="11427094" y="6366025"/>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8DE5F1-E0F9-4CCA-92B7-7A6FC4DFEE14}" type="slidenum">
              <a:rPr lang="en-US" smtClean="0"/>
              <a:pPr/>
              <a:t>‹#›</a:t>
            </a:fld>
            <a:endParaRPr lang="en-US"/>
          </a:p>
        </p:txBody>
      </p:sp>
    </p:spTree>
    <p:extLst>
      <p:ext uri="{BB962C8B-B14F-4D97-AF65-F5344CB8AC3E}">
        <p14:creationId xmlns:p14="http://schemas.microsoft.com/office/powerpoint/2010/main" val="1310093445"/>
      </p:ext>
    </p:extLst>
  </p:cSld>
  <p:clrMap bg1="lt1" tx1="dk1" bg2="lt2" tx2="dk2" accent1="accent1" accent2="accent2" accent3="accent3" accent4="accent4" accent5="accent5" accent6="accent6" hlink="hlink" folHlink="folHlink"/>
  <p:sldLayoutIdLst>
    <p:sldLayoutId id="2147483690" r:id="rId1"/>
    <p:sldLayoutId id="2147483691" r:id="rId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3200" b="1" i="0" kern="1200">
          <a:solidFill>
            <a:srgbClr val="0061A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4pPr>
      <a:lvl5pPr marL="11430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5pPr>
      <a:lvl6pPr marL="13716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6pPr>
      <a:lvl7pPr marL="16002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7pPr>
      <a:lvl8pPr marL="18288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8pPr>
      <a:lvl9pPr marL="2057400" indent="-228600" algn="l" defTabSz="914400" rtl="0" eaLnBrk="1" latinLnBrk="0" hangingPunct="1">
        <a:lnSpc>
          <a:spcPct val="100000"/>
        </a:lnSpc>
        <a:spcBef>
          <a:spcPts val="3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6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88">
          <p15:clr>
            <a:srgbClr val="F26B43"/>
          </p15:clr>
        </p15:guide>
        <p15:guide id="3" pos="7392">
          <p15:clr>
            <a:srgbClr val="F26B43"/>
          </p15:clr>
        </p15:guide>
        <p15:guide id="6"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9429104-17BA-5AEE-344B-C478E0850474}"/>
              </a:ext>
            </a:extLst>
          </p:cNvPr>
          <p:cNvSpPr>
            <a:spLocks noGrp="1"/>
          </p:cNvSpPr>
          <p:nvPr>
            <p:ph type="body" sz="quarter" idx="10"/>
          </p:nvPr>
        </p:nvSpPr>
        <p:spPr/>
        <p:txBody>
          <a:bodyPr/>
          <a:lstStyle/>
          <a:p>
            <a:r>
              <a:rPr lang="en-US" err="1"/>
              <a:t>InsightVM</a:t>
            </a:r>
            <a:r>
              <a:rPr lang="en-US"/>
              <a:t> Pilot 2025</a:t>
            </a:r>
          </a:p>
          <a:p>
            <a:r>
              <a:rPr lang="en-US"/>
              <a:t>Presented by: Austin Berg and Aidan Thomas</a:t>
            </a:r>
          </a:p>
        </p:txBody>
      </p:sp>
    </p:spTree>
    <p:extLst>
      <p:ext uri="{BB962C8B-B14F-4D97-AF65-F5344CB8AC3E}">
        <p14:creationId xmlns:p14="http://schemas.microsoft.com/office/powerpoint/2010/main" val="25829726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178DBF-A65F-3CC9-33AF-A4E0779C3723}"/>
              </a:ext>
            </a:extLst>
          </p:cNvPr>
          <p:cNvSpPr>
            <a:spLocks noGrp="1"/>
          </p:cNvSpPr>
          <p:nvPr>
            <p:ph type="title"/>
          </p:nvPr>
        </p:nvSpPr>
        <p:spPr>
          <a:xfrm>
            <a:off x="457200" y="365759"/>
            <a:ext cx="11277600" cy="1371600"/>
          </a:xfrm>
        </p:spPr>
        <p:txBody>
          <a:bodyPr/>
          <a:lstStyle/>
          <a:p>
            <a:r>
              <a:rPr lang="en-US"/>
              <a:t>Executive Summary</a:t>
            </a:r>
          </a:p>
        </p:txBody>
      </p:sp>
      <p:sp>
        <p:nvSpPr>
          <p:cNvPr id="5" name="Content Placeholder 2">
            <a:extLst>
              <a:ext uri="{FF2B5EF4-FFF2-40B4-BE49-F238E27FC236}">
                <a16:creationId xmlns:a16="http://schemas.microsoft.com/office/drawing/2014/main" id="{ABC87F56-9B30-113B-5779-6D7311D31E13}"/>
              </a:ext>
            </a:extLst>
          </p:cNvPr>
          <p:cNvSpPr>
            <a:spLocks noGrp="1"/>
          </p:cNvSpPr>
          <p:nvPr>
            <p:ph idx="1"/>
          </p:nvPr>
        </p:nvSpPr>
        <p:spPr>
          <a:xfrm>
            <a:off x="609600" y="914400"/>
            <a:ext cx="11277600" cy="4585855"/>
          </a:xfrm>
        </p:spPr>
        <p:txBody>
          <a:bodyPr/>
          <a:lstStyle/>
          <a:p>
            <a:r>
              <a:rPr lang="en-US"/>
              <a:t>Rapid7 </a:t>
            </a:r>
            <a:r>
              <a:rPr lang="en-US" err="1"/>
              <a:t>InsightVM</a:t>
            </a:r>
            <a:r>
              <a:rPr lang="en-US"/>
              <a:t> is a direct competitor of Qualys</a:t>
            </a:r>
          </a:p>
          <a:p>
            <a:endParaRPr lang="en-US"/>
          </a:p>
          <a:p>
            <a:r>
              <a:rPr lang="en-US"/>
              <a:t>Focus areas: Configuration Compliance, Network Device Scanning, Agents</a:t>
            </a:r>
          </a:p>
          <a:p>
            <a:endParaRPr lang="en-US" b="1"/>
          </a:p>
          <a:p>
            <a:r>
              <a:rPr lang="en-US" kern="0">
                <a:solidFill>
                  <a:srgbClr val="000000"/>
                </a:solidFill>
              </a:rPr>
              <a:t>On-prem deployment is a requirement for CyberArk integration*</a:t>
            </a:r>
          </a:p>
          <a:p>
            <a:endParaRPr lang="en-US" b="1" kern="0">
              <a:solidFill>
                <a:srgbClr val="000000"/>
              </a:solidFill>
            </a:endParaRPr>
          </a:p>
          <a:p>
            <a:r>
              <a:rPr lang="en-US" kern="0">
                <a:solidFill>
                  <a:srgbClr val="000000"/>
                </a:solidFill>
              </a:rPr>
              <a:t>Several mission-critical features are not offered by </a:t>
            </a:r>
            <a:r>
              <a:rPr lang="en-US" kern="0" err="1">
                <a:solidFill>
                  <a:srgbClr val="000000"/>
                </a:solidFill>
              </a:rPr>
              <a:t>InsightVM</a:t>
            </a:r>
            <a:endParaRPr lang="en-US"/>
          </a:p>
          <a:p>
            <a:endParaRPr lang="en-US"/>
          </a:p>
          <a:p>
            <a:r>
              <a:rPr lang="en-US"/>
              <a:t>Not a suitable replacement for Qualys</a:t>
            </a:r>
          </a:p>
          <a:p>
            <a:pPr marL="0" indent="0">
              <a:buNone/>
            </a:pPr>
            <a:endParaRPr lang="en-US"/>
          </a:p>
          <a:p>
            <a:endParaRPr lang="en-US" b="1"/>
          </a:p>
          <a:p>
            <a:endParaRPr lang="en-US" b="1"/>
          </a:p>
        </p:txBody>
      </p:sp>
      <p:sp>
        <p:nvSpPr>
          <p:cNvPr id="9" name="Text Placeholder 8">
            <a:extLst>
              <a:ext uri="{FF2B5EF4-FFF2-40B4-BE49-F238E27FC236}">
                <a16:creationId xmlns:a16="http://schemas.microsoft.com/office/drawing/2014/main" id="{18B29AEC-D964-0AD3-0CB0-94B324EC2559}"/>
              </a:ext>
            </a:extLst>
          </p:cNvPr>
          <p:cNvSpPr>
            <a:spLocks noGrp="1"/>
          </p:cNvSpPr>
          <p:nvPr>
            <p:ph type="body" sz="quarter" idx="10"/>
          </p:nvPr>
        </p:nvSpPr>
        <p:spPr>
          <a:xfrm>
            <a:off x="457200" y="5249214"/>
            <a:ext cx="11277600" cy="442912"/>
          </a:xfrm>
        </p:spPr>
        <p:txBody>
          <a:bodyPr/>
          <a:lstStyle/>
          <a:p>
            <a:r>
              <a:rPr lang="en-US"/>
              <a:t>There is friction between MetLife’s existing technology stack </a:t>
            </a:r>
          </a:p>
          <a:p>
            <a:r>
              <a:rPr lang="en-US"/>
              <a:t>and </a:t>
            </a:r>
            <a:r>
              <a:rPr lang="en-US" err="1"/>
              <a:t>InsightVM</a:t>
            </a:r>
            <a:r>
              <a:rPr lang="en-US"/>
              <a:t> implementation and use*</a:t>
            </a:r>
          </a:p>
        </p:txBody>
      </p:sp>
      <p:pic>
        <p:nvPicPr>
          <p:cNvPr id="3" name="Picture 2">
            <a:extLst>
              <a:ext uri="{FF2B5EF4-FFF2-40B4-BE49-F238E27FC236}">
                <a16:creationId xmlns:a16="http://schemas.microsoft.com/office/drawing/2014/main" id="{3A142C56-C76E-A50D-3A0C-39F545472E5B}"/>
              </a:ext>
            </a:extLst>
          </p:cNvPr>
          <p:cNvPicPr>
            <a:picLocks noChangeAspect="1"/>
          </p:cNvPicPr>
          <p:nvPr/>
        </p:nvPicPr>
        <p:blipFill>
          <a:blip r:embed="rId2"/>
          <a:stretch>
            <a:fillRect/>
          </a:stretch>
        </p:blipFill>
        <p:spPr>
          <a:xfrm>
            <a:off x="3643375" y="5470670"/>
            <a:ext cx="4905249" cy="1156452"/>
          </a:xfrm>
          <a:prstGeom prst="rect">
            <a:avLst/>
          </a:prstGeom>
        </p:spPr>
      </p:pic>
    </p:spTree>
    <p:extLst>
      <p:ext uri="{BB962C8B-B14F-4D97-AF65-F5344CB8AC3E}">
        <p14:creationId xmlns:p14="http://schemas.microsoft.com/office/powerpoint/2010/main" val="217399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A772-BC71-A5AF-B1F7-2B28B995C3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13E1C6-ABDE-4533-CD41-6A2AF5473731}"/>
              </a:ext>
            </a:extLst>
          </p:cNvPr>
          <p:cNvSpPr>
            <a:spLocks noGrp="1"/>
          </p:cNvSpPr>
          <p:nvPr>
            <p:ph idx="1"/>
          </p:nvPr>
        </p:nvSpPr>
        <p:spPr>
          <a:xfrm>
            <a:off x="609600" y="957380"/>
            <a:ext cx="11277600" cy="5443419"/>
          </a:xfrm>
        </p:spPr>
        <p:txBody>
          <a:bodyPr/>
          <a:lstStyle/>
          <a:p>
            <a:r>
              <a:rPr lang="en-US"/>
              <a:t>Rapid7’s cloud architecture restricts outbound connections to credential vaults</a:t>
            </a:r>
          </a:p>
          <a:p>
            <a:pPr lvl="1"/>
            <a:r>
              <a:rPr lang="en-US" sz="2200"/>
              <a:t>Security Consoles must be on-prem to integrate with CyberArk</a:t>
            </a:r>
          </a:p>
          <a:p>
            <a:pPr lvl="1"/>
            <a:r>
              <a:rPr lang="en-US" sz="2200"/>
              <a:t>CyberArk compatibility relies on AIM (CCP is not supported)</a:t>
            </a:r>
          </a:p>
          <a:p>
            <a:endParaRPr lang="en-US"/>
          </a:p>
          <a:p>
            <a:r>
              <a:rPr lang="en-US"/>
              <a:t>Each trust boundary, JV network, and in isolated environment will need its own dedicated Security Console</a:t>
            </a:r>
          </a:p>
          <a:p>
            <a:pPr lvl="1"/>
            <a:r>
              <a:rPr lang="en-US" sz="2200"/>
              <a:t>For 225K assets, each Security Console’s server will need:</a:t>
            </a:r>
          </a:p>
          <a:p>
            <a:pPr lvl="2"/>
            <a:r>
              <a:rPr lang="en-US" sz="2200"/>
              <a:t>12 Cores, 64GB RAM, and 2TB of storage*</a:t>
            </a:r>
          </a:p>
          <a:p>
            <a:pPr lvl="1"/>
            <a:endParaRPr lang="en-US"/>
          </a:p>
          <a:p>
            <a:r>
              <a:rPr lang="en-US"/>
              <a:t>For an on-prem deployment, MetLife will need to procure:</a:t>
            </a:r>
          </a:p>
          <a:p>
            <a:pPr lvl="1"/>
            <a:r>
              <a:rPr lang="en-US" sz="2200"/>
              <a:t>Infrastructure to meet the Security Console’s requirements</a:t>
            </a:r>
          </a:p>
          <a:p>
            <a:pPr lvl="1"/>
            <a:r>
              <a:rPr lang="en-US" sz="2200"/>
              <a:t>CyberArk AIM licenses for each Security Console</a:t>
            </a:r>
          </a:p>
          <a:p>
            <a:pPr lvl="1"/>
            <a:r>
              <a:rPr lang="en-US" sz="2200"/>
              <a:t>Additional licensing for RHEL/Windows Servers and VMware/vSphere</a:t>
            </a:r>
          </a:p>
          <a:p>
            <a:pPr lvl="1"/>
            <a:r>
              <a:rPr lang="en-US" sz="2200"/>
              <a:t>Budget for any incremental or associated costs</a:t>
            </a:r>
          </a:p>
          <a:p>
            <a:pPr lvl="1"/>
            <a:endParaRPr lang="en-US"/>
          </a:p>
          <a:p>
            <a:pPr lvl="1"/>
            <a:endParaRPr lang="en-US"/>
          </a:p>
        </p:txBody>
      </p:sp>
      <p:sp>
        <p:nvSpPr>
          <p:cNvPr id="3" name="Title 2">
            <a:extLst>
              <a:ext uri="{FF2B5EF4-FFF2-40B4-BE49-F238E27FC236}">
                <a16:creationId xmlns:a16="http://schemas.microsoft.com/office/drawing/2014/main" id="{B875DDA9-0E1C-AD0E-309C-FEC01EE65A59}"/>
              </a:ext>
            </a:extLst>
          </p:cNvPr>
          <p:cNvSpPr>
            <a:spLocks noGrp="1"/>
          </p:cNvSpPr>
          <p:nvPr>
            <p:ph type="title"/>
          </p:nvPr>
        </p:nvSpPr>
        <p:spPr>
          <a:xfrm>
            <a:off x="457200" y="365759"/>
            <a:ext cx="11277600" cy="548641"/>
          </a:xfrm>
        </p:spPr>
        <p:txBody>
          <a:bodyPr/>
          <a:lstStyle/>
          <a:p>
            <a:r>
              <a:rPr lang="en-US" err="1"/>
              <a:t>InsightVM</a:t>
            </a:r>
            <a:r>
              <a:rPr lang="en-US"/>
              <a:t> Requirements</a:t>
            </a:r>
          </a:p>
        </p:txBody>
      </p:sp>
      <p:sp>
        <p:nvSpPr>
          <p:cNvPr id="4" name="Text Placeholder 3">
            <a:extLst>
              <a:ext uri="{FF2B5EF4-FFF2-40B4-BE49-F238E27FC236}">
                <a16:creationId xmlns:a16="http://schemas.microsoft.com/office/drawing/2014/main" id="{D3082953-EA49-4B28-8C5E-491A2E9F1075}"/>
              </a:ext>
            </a:extLst>
          </p:cNvPr>
          <p:cNvSpPr>
            <a:spLocks noGrp="1"/>
          </p:cNvSpPr>
          <p:nvPr>
            <p:ph type="body" sz="quarter" idx="10"/>
          </p:nvPr>
        </p:nvSpPr>
        <p:spPr>
          <a:xfrm>
            <a:off x="3513083" y="6148551"/>
            <a:ext cx="5165834" cy="121807"/>
          </a:xfrm>
        </p:spPr>
        <p:txBody>
          <a:bodyPr/>
          <a:lstStyle/>
          <a:p>
            <a:pPr algn="ctr"/>
            <a:r>
              <a:rPr lang="en-US"/>
              <a:t>*These resource quantities are estimates</a:t>
            </a:r>
          </a:p>
        </p:txBody>
      </p:sp>
    </p:spTree>
    <p:extLst>
      <p:ext uri="{BB962C8B-B14F-4D97-AF65-F5344CB8AC3E}">
        <p14:creationId xmlns:p14="http://schemas.microsoft.com/office/powerpoint/2010/main" val="2326235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AE261-31D4-8C19-DFC5-3FFBC0DF4AFC}"/>
              </a:ext>
            </a:extLst>
          </p:cNvPr>
          <p:cNvSpPr>
            <a:spLocks noGrp="1"/>
          </p:cNvSpPr>
          <p:nvPr>
            <p:ph idx="1"/>
          </p:nvPr>
        </p:nvSpPr>
        <p:spPr>
          <a:xfrm>
            <a:off x="457200" y="1600200"/>
            <a:ext cx="11277600" cy="3657600"/>
          </a:xfrm>
        </p:spPr>
        <p:txBody>
          <a:bodyPr/>
          <a:lstStyle/>
          <a:p>
            <a:r>
              <a:rPr lang="en-US"/>
              <a:t>Benchmarks can be configured to meet custom standards in the GUI, with comparable controls to Qualys</a:t>
            </a:r>
          </a:p>
          <a:p>
            <a:r>
              <a:rPr lang="en-US"/>
              <a:t>Configuration Scans can be scheduled, and are also collected via the Insight Agents automatically every 12 hours*</a:t>
            </a:r>
          </a:p>
          <a:p>
            <a:r>
              <a:rPr lang="en-US"/>
              <a:t>Does not support configuration validation within the tool </a:t>
            </a:r>
          </a:p>
          <a:p>
            <a:pPr lvl="1"/>
            <a:r>
              <a:rPr lang="en-US" sz="1800"/>
              <a:t>This will add operational overhead for MetLife</a:t>
            </a:r>
          </a:p>
          <a:p>
            <a:r>
              <a:rPr lang="en-US">
                <a:solidFill>
                  <a:srgbClr val="C00000"/>
                </a:solidFill>
              </a:rPr>
              <a:t>Does not have severity rating system for configurations </a:t>
            </a:r>
          </a:p>
          <a:p>
            <a:pPr lvl="1"/>
            <a:r>
              <a:rPr lang="en-US" sz="1800"/>
              <a:t>MetLife’s Config Compliance program relies heavily on severity ratings to prioritize critical configuration issues</a:t>
            </a:r>
          </a:p>
          <a:p>
            <a:endParaRPr lang="en-US"/>
          </a:p>
          <a:p>
            <a:endParaRPr lang="en-US" b="1"/>
          </a:p>
        </p:txBody>
      </p:sp>
      <p:sp>
        <p:nvSpPr>
          <p:cNvPr id="4" name="Title 3">
            <a:extLst>
              <a:ext uri="{FF2B5EF4-FFF2-40B4-BE49-F238E27FC236}">
                <a16:creationId xmlns:a16="http://schemas.microsoft.com/office/drawing/2014/main" id="{33898D5E-5DB4-BFCF-F416-EEA55F28071F}"/>
              </a:ext>
            </a:extLst>
          </p:cNvPr>
          <p:cNvSpPr>
            <a:spLocks noGrp="1"/>
          </p:cNvSpPr>
          <p:nvPr>
            <p:ph type="title"/>
          </p:nvPr>
        </p:nvSpPr>
        <p:spPr>
          <a:xfrm>
            <a:off x="457200" y="365759"/>
            <a:ext cx="11277600" cy="1371600"/>
          </a:xfrm>
        </p:spPr>
        <p:txBody>
          <a:bodyPr/>
          <a:lstStyle/>
          <a:p>
            <a:r>
              <a:rPr lang="en-US"/>
              <a:t>Configuration Compliance</a:t>
            </a:r>
          </a:p>
        </p:txBody>
      </p:sp>
      <p:sp>
        <p:nvSpPr>
          <p:cNvPr id="2" name="TextBox 1">
            <a:extLst>
              <a:ext uri="{FF2B5EF4-FFF2-40B4-BE49-F238E27FC236}">
                <a16:creationId xmlns:a16="http://schemas.microsoft.com/office/drawing/2014/main" id="{58217614-23B7-037B-105A-3574066788FF}"/>
              </a:ext>
            </a:extLst>
          </p:cNvPr>
          <p:cNvSpPr txBox="1"/>
          <p:nvPr/>
        </p:nvSpPr>
        <p:spPr>
          <a:xfrm>
            <a:off x="2727759" y="6206245"/>
            <a:ext cx="6736481" cy="285996"/>
          </a:xfrm>
          <a:prstGeom prst="rect">
            <a:avLst/>
          </a:prstGeom>
          <a:noFill/>
        </p:spPr>
        <p:txBody>
          <a:bodyPr wrap="square" lIns="0" tIns="0" rIns="0" bIns="0" rtlCol="0">
            <a:noAutofit/>
          </a:bodyPr>
          <a:lstStyle/>
          <a:p>
            <a:pPr>
              <a:lnSpc>
                <a:spcPct val="100000"/>
              </a:lnSpc>
              <a:spcBef>
                <a:spcPts val="1200"/>
              </a:spcBef>
              <a:buSzPct val="100000"/>
            </a:pPr>
            <a:r>
              <a:rPr lang="en-US" sz="1600" i="1">
                <a:latin typeface="Arial Nova Light" panose="020B0304020202020204" pitchFamily="34" charset="0"/>
              </a:rPr>
              <a:t>Agents do not support on-demand vulnerability or config compliance scans*</a:t>
            </a:r>
          </a:p>
        </p:txBody>
      </p:sp>
    </p:spTree>
    <p:extLst>
      <p:ext uri="{BB962C8B-B14F-4D97-AF65-F5344CB8AC3E}">
        <p14:creationId xmlns:p14="http://schemas.microsoft.com/office/powerpoint/2010/main" val="342757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0D2898-82CB-F815-F2A5-9CA5EF3FD57D}"/>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EFCD4511-9FFF-37D4-FA6D-1720C604A63D}"/>
              </a:ext>
            </a:extLst>
          </p:cNvPr>
          <p:cNvSpPr>
            <a:spLocks noGrp="1"/>
          </p:cNvSpPr>
          <p:nvPr>
            <p:ph type="title"/>
          </p:nvPr>
        </p:nvSpPr>
        <p:spPr/>
        <p:txBody>
          <a:bodyPr/>
          <a:lstStyle/>
          <a:p>
            <a:r>
              <a:rPr lang="en-US"/>
              <a:t>Network Device Vuln Detections – </a:t>
            </a:r>
            <a:br>
              <a:rPr lang="en-US"/>
            </a:br>
            <a:r>
              <a:rPr lang="en-US"/>
              <a:t>Routers &amp; Switches</a:t>
            </a:r>
          </a:p>
        </p:txBody>
      </p:sp>
      <p:sp>
        <p:nvSpPr>
          <p:cNvPr id="4" name="Text Placeholder 3">
            <a:extLst>
              <a:ext uri="{FF2B5EF4-FFF2-40B4-BE49-F238E27FC236}">
                <a16:creationId xmlns:a16="http://schemas.microsoft.com/office/drawing/2014/main" id="{3517B889-DD94-ABAB-3F7D-D6612142106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981240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665F-501D-BEA9-4292-6267088515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D4F5E0-AF7F-1C5D-AE4D-75F7C978F84F}"/>
              </a:ext>
            </a:extLst>
          </p:cNvPr>
          <p:cNvSpPr>
            <a:spLocks noGrp="1"/>
          </p:cNvSpPr>
          <p:nvPr>
            <p:ph type="title"/>
          </p:nvPr>
        </p:nvSpPr>
        <p:spPr>
          <a:xfrm>
            <a:off x="457200" y="365759"/>
            <a:ext cx="11277600" cy="442912"/>
          </a:xfrm>
        </p:spPr>
        <p:txBody>
          <a:bodyPr/>
          <a:lstStyle/>
          <a:p>
            <a:r>
              <a:rPr lang="en-US"/>
              <a:t>Agent Comparison</a:t>
            </a:r>
          </a:p>
        </p:txBody>
      </p:sp>
      <p:graphicFrame>
        <p:nvGraphicFramePr>
          <p:cNvPr id="6" name="Table 5">
            <a:extLst>
              <a:ext uri="{FF2B5EF4-FFF2-40B4-BE49-F238E27FC236}">
                <a16:creationId xmlns:a16="http://schemas.microsoft.com/office/drawing/2014/main" id="{CE4CD64B-ECE8-8BB6-8AA5-989CFB0CFD14}"/>
              </a:ext>
            </a:extLst>
          </p:cNvPr>
          <p:cNvGraphicFramePr>
            <a:graphicFrameLocks noGrp="1"/>
          </p:cNvGraphicFramePr>
          <p:nvPr>
            <p:extLst>
              <p:ext uri="{D42A27DB-BD31-4B8C-83A1-F6EECF244321}">
                <p14:modId xmlns:p14="http://schemas.microsoft.com/office/powerpoint/2010/main" val="1765168558"/>
              </p:ext>
            </p:extLst>
          </p:nvPr>
        </p:nvGraphicFramePr>
        <p:xfrm>
          <a:off x="6722125" y="1722620"/>
          <a:ext cx="5012675" cy="4626664"/>
        </p:xfrm>
        <a:graphic>
          <a:graphicData uri="http://schemas.openxmlformats.org/drawingml/2006/table">
            <a:tbl>
              <a:tblPr/>
              <a:tblGrid>
                <a:gridCol w="1595440">
                  <a:extLst>
                    <a:ext uri="{9D8B030D-6E8A-4147-A177-3AD203B41FA5}">
                      <a16:colId xmlns:a16="http://schemas.microsoft.com/office/drawing/2014/main" val="3711724322"/>
                    </a:ext>
                  </a:extLst>
                </a:gridCol>
                <a:gridCol w="1740063">
                  <a:extLst>
                    <a:ext uri="{9D8B030D-6E8A-4147-A177-3AD203B41FA5}">
                      <a16:colId xmlns:a16="http://schemas.microsoft.com/office/drawing/2014/main" val="1247903312"/>
                    </a:ext>
                  </a:extLst>
                </a:gridCol>
                <a:gridCol w="1677172">
                  <a:extLst>
                    <a:ext uri="{9D8B030D-6E8A-4147-A177-3AD203B41FA5}">
                      <a16:colId xmlns:a16="http://schemas.microsoft.com/office/drawing/2014/main" val="958906334"/>
                    </a:ext>
                  </a:extLst>
                </a:gridCol>
              </a:tblGrid>
              <a:tr h="276475">
                <a:tc>
                  <a:txBody>
                    <a:bodyPr/>
                    <a:lstStyle/>
                    <a:p>
                      <a:pPr algn="l" rtl="0" fontAlgn="base">
                        <a:lnSpc>
                          <a:spcPts val="1350"/>
                        </a:lnSpc>
                        <a:buNone/>
                      </a:pPr>
                      <a:r>
                        <a:rPr lang="en-US" sz="1400" b="1" i="0">
                          <a:effectLst/>
                          <a:latin typeface="Aptos" panose="020B0004020202020204" pitchFamily="34" charset="0"/>
                        </a:rPr>
                        <a:t>Feature </a:t>
                      </a:r>
                      <a:endParaRPr lang="en-US" sz="1400" b="1"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350"/>
                        </a:lnSpc>
                        <a:buNone/>
                      </a:pPr>
                      <a:r>
                        <a:rPr lang="en-US" sz="1400" b="1" i="0">
                          <a:effectLst/>
                        </a:rPr>
                        <a:t>Rapid7 </a:t>
                      </a:r>
                      <a:r>
                        <a:rPr lang="en-US" sz="1400" b="1" i="0" err="1">
                          <a:effectLst/>
                        </a:rPr>
                        <a:t>InsightVM</a:t>
                      </a:r>
                      <a:r>
                        <a:rPr lang="en-US" sz="1400" b="1" i="0">
                          <a:effectLst/>
                        </a:rPr>
                        <a:t> Agent</a:t>
                      </a: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350"/>
                        </a:lnSpc>
                        <a:spcBef>
                          <a:spcPts val="0"/>
                        </a:spcBef>
                        <a:spcAft>
                          <a:spcPts val="0"/>
                        </a:spcAft>
                        <a:buClrTx/>
                        <a:buSzTx/>
                        <a:buFontTx/>
                        <a:buNone/>
                        <a:tabLst/>
                        <a:defRPr/>
                      </a:pPr>
                      <a:r>
                        <a:rPr lang="en-US" sz="1400" b="1" i="0">
                          <a:effectLst/>
                          <a:latin typeface="Aptos" panose="020B0004020202020204" pitchFamily="34" charset="0"/>
                        </a:rPr>
                        <a:t>Qualys Cloud Agent </a:t>
                      </a:r>
                      <a:endParaRPr lang="en-US" sz="1400" b="1" i="0">
                        <a:effectLst/>
                      </a:endParaRPr>
                    </a:p>
                    <a:p>
                      <a:pPr algn="l" rtl="0" fontAlgn="base">
                        <a:lnSpc>
                          <a:spcPts val="1350"/>
                        </a:lnSpc>
                        <a:buNone/>
                      </a:pPr>
                      <a:endParaRPr lang="en-US" sz="1400" b="1"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65692005"/>
                  </a:ext>
                </a:extLst>
              </a:tr>
              <a:tr h="303329">
                <a:tc>
                  <a:txBody>
                    <a:bodyPr/>
                    <a:lstStyle/>
                    <a:p>
                      <a:pPr algn="l" rtl="0" fontAlgn="base">
                        <a:lnSpc>
                          <a:spcPts val="1350"/>
                        </a:lnSpc>
                        <a:buNone/>
                      </a:pPr>
                      <a:r>
                        <a:rPr lang="en-US" sz="1400" b="0" i="0">
                          <a:effectLst/>
                          <a:latin typeface="Aptos" panose="020B0004020202020204" pitchFamily="34" charset="0"/>
                        </a:rPr>
                        <a:t>Windows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917547076"/>
                  </a:ext>
                </a:extLst>
              </a:tr>
              <a:tr h="369328">
                <a:tc>
                  <a:txBody>
                    <a:bodyPr/>
                    <a:lstStyle/>
                    <a:p>
                      <a:pPr algn="l" rtl="0" fontAlgn="base">
                        <a:lnSpc>
                          <a:spcPts val="1350"/>
                        </a:lnSpc>
                        <a:buNone/>
                      </a:pPr>
                      <a:r>
                        <a:rPr lang="en-US" sz="1400" b="0" i="0">
                          <a:effectLst/>
                          <a:latin typeface="Aptos" panose="020B0004020202020204" pitchFamily="34" charset="0"/>
                        </a:rPr>
                        <a:t>Linux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a:effectLst/>
                          <a:latin typeface="Segoe UI Emoji" panose="020B0502040204020203" pitchFamily="34" charset="0"/>
                        </a:rPr>
                        <a:t>✔️</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7681679"/>
                  </a:ext>
                </a:extLst>
              </a:tr>
              <a:tr h="303329">
                <a:tc>
                  <a:txBody>
                    <a:bodyPr/>
                    <a:lstStyle/>
                    <a:p>
                      <a:pPr algn="l" rtl="0" fontAlgn="base">
                        <a:lnSpc>
                          <a:spcPts val="1350"/>
                        </a:lnSpc>
                        <a:buNone/>
                      </a:pPr>
                      <a:r>
                        <a:rPr lang="en-US" sz="1400" b="0" i="0">
                          <a:effectLst/>
                          <a:latin typeface="Aptos" panose="020B0004020202020204" pitchFamily="34" charset="0"/>
                        </a:rPr>
                        <a:t>macOS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604087996"/>
                  </a:ext>
                </a:extLst>
              </a:tr>
              <a:tr h="303329">
                <a:tc>
                  <a:txBody>
                    <a:bodyPr/>
                    <a:lstStyle/>
                    <a:p>
                      <a:pPr algn="l" rtl="0" fontAlgn="base">
                        <a:lnSpc>
                          <a:spcPts val="1350"/>
                        </a:lnSpc>
                        <a:buNone/>
                      </a:pPr>
                      <a:r>
                        <a:rPr lang="en-US" sz="1400" b="0" i="0">
                          <a:effectLst/>
                          <a:latin typeface="Aptos" panose="020B0004020202020204" pitchFamily="34" charset="0"/>
                        </a:rPr>
                        <a:t>AIX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a:effectLst/>
                          <a:latin typeface="Segoe UI Emoji" panose="020B0502040204020203" pitchFamily="34" charset="0"/>
                        </a:rPr>
                        <a:t>✔️</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0089017"/>
                  </a:ext>
                </a:extLst>
              </a:tr>
              <a:tr h="303329">
                <a:tc>
                  <a:txBody>
                    <a:bodyPr/>
                    <a:lstStyle/>
                    <a:p>
                      <a:pPr algn="l" rtl="0" fontAlgn="base">
                        <a:lnSpc>
                          <a:spcPts val="1350"/>
                        </a:lnSpc>
                        <a:buNone/>
                      </a:pPr>
                      <a:r>
                        <a:rPr lang="en-US" sz="1400" b="0" i="0">
                          <a:effectLst/>
                          <a:latin typeface="Aptos" panose="020B0004020202020204" pitchFamily="34" charset="0"/>
                        </a:rPr>
                        <a:t>BSD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290503072"/>
                  </a:ext>
                </a:extLst>
              </a:tr>
              <a:tr h="303329">
                <a:tc>
                  <a:txBody>
                    <a:bodyPr/>
                    <a:lstStyle/>
                    <a:p>
                      <a:pPr algn="l" rtl="0" fontAlgn="base">
                        <a:lnSpc>
                          <a:spcPts val="1350"/>
                        </a:lnSpc>
                        <a:buNone/>
                      </a:pPr>
                      <a:r>
                        <a:rPr lang="en-US" sz="1400" b="0" i="0">
                          <a:effectLst/>
                          <a:latin typeface="Aptos" panose="020B0004020202020204" pitchFamily="34" charset="0"/>
                        </a:rPr>
                        <a:t>Solaris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a:effectLst/>
                          <a:latin typeface="Segoe UI Emoji" panose="020B0502040204020203" pitchFamily="34" charset="0"/>
                        </a:rPr>
                        <a:t>✔️</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76323908"/>
                  </a:ext>
                </a:extLst>
              </a:tr>
              <a:tr h="303329">
                <a:tc>
                  <a:txBody>
                    <a:bodyPr/>
                    <a:lstStyle/>
                    <a:p>
                      <a:pPr algn="l" rtl="0" fontAlgn="base">
                        <a:lnSpc>
                          <a:spcPts val="1350"/>
                        </a:lnSpc>
                        <a:buNone/>
                      </a:pPr>
                      <a:r>
                        <a:rPr lang="en-US" sz="1400" b="0" i="0">
                          <a:effectLst/>
                          <a:latin typeface="Aptos" panose="020B0004020202020204" pitchFamily="34" charset="0"/>
                        </a:rPr>
                        <a:t>ChromeOS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524746845"/>
                  </a:ext>
                </a:extLst>
              </a:tr>
              <a:tr h="303329">
                <a:tc>
                  <a:txBody>
                    <a:bodyPr/>
                    <a:lstStyle/>
                    <a:p>
                      <a:pPr algn="l" rtl="0" fontAlgn="base">
                        <a:lnSpc>
                          <a:spcPts val="1350"/>
                        </a:lnSpc>
                        <a:buNone/>
                      </a:pPr>
                      <a:r>
                        <a:rPr lang="en-US" sz="1400" b="0" i="0">
                          <a:effectLst/>
                          <a:latin typeface="Aptos" panose="020B0004020202020204" pitchFamily="34" charset="0"/>
                        </a:rPr>
                        <a:t>CoreOS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a:effectLst/>
                          <a:latin typeface="Segoe UI Emoji" panose="020B0502040204020203" pitchFamily="34" charset="0"/>
                        </a:rPr>
                        <a: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9981543"/>
                  </a:ext>
                </a:extLst>
              </a:tr>
              <a:tr h="545404">
                <a:tc>
                  <a:txBody>
                    <a:bodyPr/>
                    <a:lstStyle/>
                    <a:p>
                      <a:pPr algn="l" rtl="0" fontAlgn="base">
                        <a:lnSpc>
                          <a:spcPts val="1350"/>
                        </a:lnSpc>
                        <a:buNone/>
                      </a:pPr>
                      <a:r>
                        <a:rPr lang="en-US" sz="1400" b="0" i="0">
                          <a:effectLst/>
                          <a:latin typeface="Aptos" panose="020B0004020202020204" pitchFamily="34" charset="0"/>
                        </a:rPr>
                        <a:t>Supported Architectures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575"/>
                        </a:lnSpc>
                        <a:buNone/>
                      </a:pPr>
                      <a:r>
                        <a:rPr lang="en-US" sz="1400" b="0" i="0">
                          <a:effectLst/>
                          <a:latin typeface="Segoe UI Emoji" panose="020B0502040204020203" pitchFamily="34" charset="0"/>
                        </a:rPr>
                        <a:t>Intel x86-64 and ARM</a:t>
                      </a: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marL="0" marR="0" lvl="0" indent="0" algn="l" defTabSz="914400" rtl="0" eaLnBrk="1" fontAlgn="base" latinLnBrk="0" hangingPunct="1">
                        <a:lnSpc>
                          <a:spcPts val="1575"/>
                        </a:lnSpc>
                        <a:spcBef>
                          <a:spcPts val="0"/>
                        </a:spcBef>
                        <a:spcAft>
                          <a:spcPts val="0"/>
                        </a:spcAft>
                        <a:buClrTx/>
                        <a:buSzTx/>
                        <a:buFontTx/>
                        <a:buNone/>
                        <a:tabLst/>
                        <a:defRPr/>
                      </a:pPr>
                      <a:r>
                        <a:rPr lang="en-US" sz="1400" b="0" i="0">
                          <a:effectLst/>
                          <a:latin typeface="Segoe UI Emoji" panose="020B0502040204020203" pitchFamily="34" charset="0"/>
                        </a:rPr>
                        <a:t>IBM </a:t>
                      </a:r>
                      <a:r>
                        <a:rPr lang="en-US" sz="1400" b="0" i="0" err="1">
                          <a:effectLst/>
                          <a:latin typeface="Segoe UI Emoji" panose="020B0502040204020203" pitchFamily="34" charset="0"/>
                        </a:rPr>
                        <a:t>zSystems</a:t>
                      </a:r>
                      <a:r>
                        <a:rPr lang="en-US" sz="1400" b="0" i="0">
                          <a:effectLst/>
                          <a:latin typeface="Segoe UI Emoji" panose="020B0502040204020203" pitchFamily="34" charset="0"/>
                        </a:rPr>
                        <a:t>, PowerPC, SPARC, ARM64, Intel x86/x64</a:t>
                      </a:r>
                      <a:endParaRPr lang="en-US" sz="1400" b="0" i="0">
                        <a:effectLst/>
                      </a:endParaRPr>
                    </a:p>
                    <a:p>
                      <a:pPr algn="l" rtl="0" fontAlgn="base">
                        <a:lnSpc>
                          <a:spcPts val="1575"/>
                        </a:lnSpc>
                        <a:buNone/>
                      </a:pP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803256716"/>
                  </a:ext>
                </a:extLst>
              </a:tr>
              <a:tr h="375250">
                <a:tc>
                  <a:txBody>
                    <a:bodyPr/>
                    <a:lstStyle/>
                    <a:p>
                      <a:pPr algn="l" rtl="0" fontAlgn="base">
                        <a:lnSpc>
                          <a:spcPts val="1350"/>
                        </a:lnSpc>
                        <a:buNone/>
                      </a:pPr>
                      <a:r>
                        <a:rPr lang="en-US" sz="1400" b="0" i="0">
                          <a:effectLst/>
                          <a:latin typeface="Aptos" panose="020B0004020202020204" pitchFamily="34" charset="0"/>
                        </a:rPr>
                        <a:t>Legacy OS Support </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a:effectLst/>
                          <a:latin typeface="Segoe UI Emoji" panose="020B0502040204020203" pitchFamily="34" charset="0"/>
                        </a:rPr>
                        <a:t>✔️*</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rtl="0" fontAlgn="base">
                        <a:lnSpc>
                          <a:spcPts val="1575"/>
                        </a:lnSpc>
                        <a:buNone/>
                      </a:pPr>
                      <a:r>
                        <a:rPr lang="en-US" sz="1400" b="0" i="0">
                          <a:effectLst/>
                          <a:latin typeface="Segoe UI Emoji" panose="020B0502040204020203" pitchFamily="34" charset="0"/>
                        </a:rPr>
                        <a:t>✔️</a:t>
                      </a:r>
                      <a:endParaRPr lang="en-US" sz="1400" b="0" i="0">
                        <a:effectLst/>
                      </a:endParaRPr>
                    </a:p>
                  </a:txBody>
                  <a:tcPr marL="51419" marR="51419" marT="25709" marB="25709">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66665579"/>
                  </a:ext>
                </a:extLst>
              </a:tr>
            </a:tbl>
          </a:graphicData>
        </a:graphic>
      </p:graphicFrame>
      <p:sp>
        <p:nvSpPr>
          <p:cNvPr id="10" name="TextBox 9">
            <a:extLst>
              <a:ext uri="{FF2B5EF4-FFF2-40B4-BE49-F238E27FC236}">
                <a16:creationId xmlns:a16="http://schemas.microsoft.com/office/drawing/2014/main" id="{D1C80DF0-10E1-4407-ECE0-FDDA2B159794}"/>
              </a:ext>
            </a:extLst>
          </p:cNvPr>
          <p:cNvSpPr txBox="1"/>
          <p:nvPr/>
        </p:nvSpPr>
        <p:spPr>
          <a:xfrm>
            <a:off x="605928" y="1722620"/>
            <a:ext cx="5012675" cy="4468860"/>
          </a:xfrm>
          <a:prstGeom prst="rect">
            <a:avLst/>
          </a:prstGeom>
          <a:noFill/>
        </p:spPr>
        <p:txBody>
          <a:bodyPr wrap="square" lIns="0" tIns="0" rIns="0" bIns="0" rtlCol="0">
            <a:noAutofit/>
          </a:bodyPr>
          <a:lstStyle/>
          <a:p>
            <a:pPr>
              <a:lnSpc>
                <a:spcPct val="100000"/>
              </a:lnSpc>
              <a:spcBef>
                <a:spcPts val="1200"/>
              </a:spcBef>
              <a:buSzPct val="100000"/>
            </a:pPr>
            <a:r>
              <a:rPr lang="en-US" sz="1600"/>
              <a:t>Pros:</a:t>
            </a:r>
          </a:p>
          <a:p>
            <a:pPr marL="228600" indent="-228600">
              <a:lnSpc>
                <a:spcPct val="100000"/>
              </a:lnSpc>
              <a:spcBef>
                <a:spcPts val="1200"/>
              </a:spcBef>
              <a:buSzPct val="100000"/>
              <a:buFont typeface="Arial"/>
              <a:buChar char="•"/>
            </a:pPr>
            <a:r>
              <a:rPr lang="en-US" sz="1600"/>
              <a:t>Insight Agents support Windows, Linux and macOS</a:t>
            </a:r>
          </a:p>
          <a:p>
            <a:pPr marL="228600" indent="-228600">
              <a:lnSpc>
                <a:spcPct val="100000"/>
              </a:lnSpc>
              <a:spcBef>
                <a:spcPts val="1200"/>
              </a:spcBef>
              <a:buSzPct val="100000"/>
              <a:buFont typeface="Arial"/>
              <a:buChar char="•"/>
            </a:pPr>
            <a:r>
              <a:rPr lang="en-US" sz="1600"/>
              <a:t>(Note Agent details when hearing back from Rapid7)</a:t>
            </a:r>
          </a:p>
          <a:p>
            <a:pPr>
              <a:lnSpc>
                <a:spcPct val="100000"/>
              </a:lnSpc>
              <a:spcBef>
                <a:spcPts val="1200"/>
              </a:spcBef>
              <a:buSzPct val="100000"/>
            </a:pPr>
            <a:endParaRPr lang="en-US" sz="1600"/>
          </a:p>
          <a:p>
            <a:pPr>
              <a:lnSpc>
                <a:spcPct val="100000"/>
              </a:lnSpc>
              <a:spcBef>
                <a:spcPts val="1200"/>
              </a:spcBef>
              <a:buSzPct val="100000"/>
            </a:pPr>
            <a:r>
              <a:rPr lang="en-US" sz="1600"/>
              <a:t>Cons:</a:t>
            </a:r>
          </a:p>
          <a:p>
            <a:pPr marL="285750" indent="-285750">
              <a:lnSpc>
                <a:spcPct val="100000"/>
              </a:lnSpc>
              <a:spcBef>
                <a:spcPts val="1200"/>
              </a:spcBef>
              <a:buSzPct val="100000"/>
              <a:buFont typeface="Arial" panose="020B0604020202020204" pitchFamily="34" charset="0"/>
              <a:buChar char="•"/>
            </a:pPr>
            <a:r>
              <a:rPr lang="en-US" sz="1600"/>
              <a:t>Unlike Qualys, Insight Agents do not support AIX, Solaris, and other prominent operating systems</a:t>
            </a:r>
          </a:p>
          <a:p>
            <a:pPr marL="285750" indent="-285750">
              <a:lnSpc>
                <a:spcPct val="100000"/>
              </a:lnSpc>
              <a:spcBef>
                <a:spcPts val="1200"/>
              </a:spcBef>
              <a:buSzPct val="100000"/>
              <a:buFont typeface="Arial" panose="020B0604020202020204" pitchFamily="34" charset="0"/>
              <a:buChar char="•"/>
            </a:pPr>
            <a:r>
              <a:rPr lang="en-US" sz="1600"/>
              <a:t>The Insight Agent is more limited in the architecture that it supports than the Qualys Cloud Agent</a:t>
            </a:r>
          </a:p>
          <a:p>
            <a:pPr marL="285750" indent="-285750">
              <a:lnSpc>
                <a:spcPct val="100000"/>
              </a:lnSpc>
              <a:spcBef>
                <a:spcPts val="1200"/>
              </a:spcBef>
              <a:buSzPct val="100000"/>
              <a:buFont typeface="Arial" panose="020B0604020202020204" pitchFamily="34" charset="0"/>
              <a:buChar char="•"/>
            </a:pPr>
            <a:r>
              <a:rPr lang="en-US" sz="1600"/>
              <a:t>Legacy Operating System is limited requiring agent versions to be downgraded for compatibility</a:t>
            </a:r>
          </a:p>
          <a:p>
            <a:pPr marL="285750" indent="-285750">
              <a:lnSpc>
                <a:spcPct val="100000"/>
              </a:lnSpc>
              <a:spcBef>
                <a:spcPts val="1200"/>
              </a:spcBef>
              <a:buSzPct val="100000"/>
              <a:buFont typeface="Arial" panose="020B0604020202020204" pitchFamily="34" charset="0"/>
              <a:buChar char="•"/>
            </a:pPr>
            <a:endParaRPr lang="en-US" sz="1600"/>
          </a:p>
        </p:txBody>
      </p:sp>
    </p:spTree>
    <p:extLst>
      <p:ext uri="{BB962C8B-B14F-4D97-AF65-F5344CB8AC3E}">
        <p14:creationId xmlns:p14="http://schemas.microsoft.com/office/powerpoint/2010/main" val="6961168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B00E1-4CE1-D077-980A-AD19A86EC6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013550-0D31-1EBA-E07B-A2CCE79B5507}"/>
              </a:ext>
            </a:extLst>
          </p:cNvPr>
          <p:cNvSpPr>
            <a:spLocks noGrp="1"/>
          </p:cNvSpPr>
          <p:nvPr>
            <p:ph idx="1"/>
          </p:nvPr>
        </p:nvSpPr>
        <p:spPr>
          <a:xfrm>
            <a:off x="457200" y="1531345"/>
            <a:ext cx="5638800" cy="4852930"/>
          </a:xfrm>
        </p:spPr>
        <p:txBody>
          <a:bodyPr/>
          <a:lstStyle/>
          <a:p>
            <a:pPr marL="0" indent="0">
              <a:spcBef>
                <a:spcPts val="1200"/>
              </a:spcBef>
              <a:buSzPct val="100000"/>
              <a:buNone/>
            </a:pPr>
            <a:r>
              <a:rPr lang="en-US" err="1"/>
              <a:t>InsightVM</a:t>
            </a:r>
            <a:r>
              <a:rPr lang="en-US"/>
              <a:t> (225K Assets): </a:t>
            </a:r>
          </a:p>
          <a:p>
            <a:pPr marL="342900" indent="-342900">
              <a:spcBef>
                <a:spcPts val="1200"/>
              </a:spcBef>
              <a:buSzPct val="100000"/>
              <a:buFont typeface="Arial" panose="020B0604020202020204" pitchFamily="34" charset="0"/>
              <a:buChar char="•"/>
            </a:pPr>
            <a:r>
              <a:rPr lang="en-US"/>
              <a:t>$651,315/Year</a:t>
            </a:r>
          </a:p>
          <a:p>
            <a:pPr marL="228600" indent="-228600">
              <a:spcBef>
                <a:spcPts val="1200"/>
              </a:spcBef>
              <a:buSzPct val="100000"/>
              <a:buFont typeface="Arial"/>
              <a:buChar char="•"/>
            </a:pPr>
            <a:r>
              <a:rPr lang="en-US"/>
              <a:t>Technical Account Management: $225,500/Year</a:t>
            </a:r>
          </a:p>
          <a:p>
            <a:pPr marL="228600" indent="-228600">
              <a:spcBef>
                <a:spcPts val="1200"/>
              </a:spcBef>
              <a:buSzPct val="100000"/>
              <a:buFont typeface="Arial"/>
              <a:buChar char="•"/>
            </a:pPr>
            <a:r>
              <a:rPr lang="en-US"/>
              <a:t>Deployment &amp; Custom Integration: $67,500 (estimate)</a:t>
            </a:r>
          </a:p>
          <a:p>
            <a:pPr marL="0" indent="0">
              <a:buNone/>
            </a:pPr>
            <a:endParaRPr lang="en-US" b="1"/>
          </a:p>
        </p:txBody>
      </p:sp>
      <p:sp>
        <p:nvSpPr>
          <p:cNvPr id="4" name="Title 3">
            <a:extLst>
              <a:ext uri="{FF2B5EF4-FFF2-40B4-BE49-F238E27FC236}">
                <a16:creationId xmlns:a16="http://schemas.microsoft.com/office/drawing/2014/main" id="{468CB83F-8868-BD4D-6E8E-A673EE21E15A}"/>
              </a:ext>
            </a:extLst>
          </p:cNvPr>
          <p:cNvSpPr>
            <a:spLocks noGrp="1"/>
          </p:cNvSpPr>
          <p:nvPr>
            <p:ph type="title"/>
          </p:nvPr>
        </p:nvSpPr>
        <p:spPr>
          <a:xfrm>
            <a:off x="457200" y="365759"/>
            <a:ext cx="11277600" cy="1371600"/>
          </a:xfrm>
        </p:spPr>
        <p:txBody>
          <a:bodyPr/>
          <a:lstStyle/>
          <a:p>
            <a:r>
              <a:rPr lang="en-US"/>
              <a:t>Cost</a:t>
            </a:r>
          </a:p>
        </p:txBody>
      </p:sp>
      <p:sp>
        <p:nvSpPr>
          <p:cNvPr id="2" name="TextBox 1">
            <a:extLst>
              <a:ext uri="{FF2B5EF4-FFF2-40B4-BE49-F238E27FC236}">
                <a16:creationId xmlns:a16="http://schemas.microsoft.com/office/drawing/2014/main" id="{CAFC8CBF-47FD-8C97-9973-1860090F0443}"/>
              </a:ext>
            </a:extLst>
          </p:cNvPr>
          <p:cNvSpPr txBox="1"/>
          <p:nvPr/>
        </p:nvSpPr>
        <p:spPr>
          <a:xfrm>
            <a:off x="6266145" y="1531345"/>
            <a:ext cx="5298509" cy="4852930"/>
          </a:xfrm>
          <a:prstGeom prst="rect">
            <a:avLst/>
          </a:prstGeom>
          <a:noFill/>
        </p:spPr>
        <p:txBody>
          <a:bodyPr wrap="square" lIns="0" tIns="0" rIns="0" bIns="0" rtlCol="0">
            <a:noAutofit/>
          </a:bodyPr>
          <a:lstStyle/>
          <a:p>
            <a:pPr>
              <a:spcBef>
                <a:spcPts val="1200"/>
              </a:spcBef>
              <a:buSzPct val="100000"/>
            </a:pPr>
            <a:r>
              <a:rPr lang="en-US" sz="2400"/>
              <a:t>Total One Year = </a:t>
            </a:r>
          </a:p>
          <a:p>
            <a:pPr>
              <a:spcBef>
                <a:spcPts val="1200"/>
              </a:spcBef>
              <a:buSzPct val="100000"/>
            </a:pPr>
            <a:r>
              <a:rPr lang="en-US" sz="2400"/>
              <a:t>$871,875</a:t>
            </a:r>
          </a:p>
          <a:p>
            <a:pPr>
              <a:spcBef>
                <a:spcPts val="1200"/>
              </a:spcBef>
              <a:buSzPct val="100000"/>
            </a:pPr>
            <a:r>
              <a:rPr lang="en-US" sz="2400"/>
              <a:t>Total Three Years = </a:t>
            </a:r>
          </a:p>
          <a:p>
            <a:pPr>
              <a:spcBef>
                <a:spcPts val="1200"/>
              </a:spcBef>
              <a:buSzPct val="100000"/>
            </a:pPr>
            <a:r>
              <a:rPr lang="en-US" sz="2400"/>
              <a:t>$2,223,126 ($741,042 per year)</a:t>
            </a:r>
          </a:p>
          <a:p>
            <a:pPr>
              <a:spcBef>
                <a:spcPts val="1200"/>
              </a:spcBef>
              <a:buSzPct val="100000"/>
            </a:pPr>
            <a:r>
              <a:rPr lang="en-US" sz="1600"/>
              <a:t>(Total cost does not include deployment costs)</a:t>
            </a:r>
          </a:p>
          <a:p>
            <a:pPr>
              <a:spcBef>
                <a:spcPts val="1200"/>
              </a:spcBef>
              <a:buSzPct val="100000"/>
            </a:pPr>
            <a:r>
              <a:rPr lang="en-US" sz="1600"/>
              <a:t>*Additional infrastructure is needed to support Rapid7’s CyberArk integration</a:t>
            </a:r>
          </a:p>
          <a:p>
            <a:pPr>
              <a:spcBef>
                <a:spcPts val="1200"/>
              </a:spcBef>
              <a:buSzPct val="100000"/>
            </a:pPr>
            <a:endParaRPr lang="en-US" sz="2400"/>
          </a:p>
          <a:p>
            <a:pPr marL="228600" indent="-228600">
              <a:lnSpc>
                <a:spcPct val="100000"/>
              </a:lnSpc>
              <a:spcBef>
                <a:spcPts val="1200"/>
              </a:spcBef>
              <a:buSzPct val="100000"/>
              <a:buFont typeface="Arial"/>
              <a:buChar char="•"/>
            </a:pPr>
            <a:endParaRPr lang="en-US" sz="1600"/>
          </a:p>
        </p:txBody>
      </p:sp>
    </p:spTree>
    <p:extLst>
      <p:ext uri="{BB962C8B-B14F-4D97-AF65-F5344CB8AC3E}">
        <p14:creationId xmlns:p14="http://schemas.microsoft.com/office/powerpoint/2010/main" val="40874369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07FD42-C8E1-4588-09C2-5490B6C26627}"/>
              </a:ext>
            </a:extLst>
          </p:cNvPr>
          <p:cNvSpPr>
            <a:spLocks noGrp="1"/>
          </p:cNvSpPr>
          <p:nvPr>
            <p:ph type="title"/>
          </p:nvPr>
        </p:nvSpPr>
        <p:spPr>
          <a:xfrm>
            <a:off x="457200" y="365759"/>
            <a:ext cx="11277600" cy="1371600"/>
          </a:xfrm>
        </p:spPr>
        <p:txBody>
          <a:bodyPr/>
          <a:lstStyle/>
          <a:p>
            <a:r>
              <a:rPr lang="en-US"/>
              <a:t>Final Verdict</a:t>
            </a:r>
          </a:p>
        </p:txBody>
      </p:sp>
      <p:sp>
        <p:nvSpPr>
          <p:cNvPr id="15" name="Text Placeholder 14">
            <a:extLst>
              <a:ext uri="{FF2B5EF4-FFF2-40B4-BE49-F238E27FC236}">
                <a16:creationId xmlns:a16="http://schemas.microsoft.com/office/drawing/2014/main" id="{A0424C89-0FF2-65AD-0715-CD4D4B3B989B}"/>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985609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80A0-F6B2-8239-4629-496A2CB5A7F1}"/>
              </a:ext>
            </a:extLst>
          </p:cNvPr>
          <p:cNvSpPr>
            <a:spLocks noGrp="1"/>
          </p:cNvSpPr>
          <p:nvPr>
            <p:ph type="title"/>
          </p:nvPr>
        </p:nvSpPr>
        <p:spPr/>
        <p:txBody>
          <a:bodyPr/>
          <a:lstStyle/>
          <a:p>
            <a:r>
              <a:rPr lang="en-US"/>
              <a:t>Questions?</a:t>
            </a:r>
          </a:p>
        </p:txBody>
      </p:sp>
      <p:sp>
        <p:nvSpPr>
          <p:cNvPr id="3" name="Content Placeholder 2">
            <a:extLst>
              <a:ext uri="{FF2B5EF4-FFF2-40B4-BE49-F238E27FC236}">
                <a16:creationId xmlns:a16="http://schemas.microsoft.com/office/drawing/2014/main" id="{70F546F9-BAF1-3CA2-6391-4210FC433F58}"/>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1AF1194-4C88-00F9-2B35-DEE3C2F1468A}"/>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993E1FBC-B4F4-CF5C-D1F8-7BD75D5522E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272415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7E80B-4AFD-0740-84F0-3356AEDB81C2}"/>
              </a:ext>
            </a:extLst>
          </p:cNvPr>
          <p:cNvSpPr>
            <a:spLocks noGrp="1"/>
          </p:cNvSpPr>
          <p:nvPr>
            <p:ph idx="1"/>
          </p:nvPr>
        </p:nvSpPr>
        <p:spPr>
          <a:xfrm>
            <a:off x="457200" y="2286000"/>
            <a:ext cx="8686800" cy="3214255"/>
          </a:xfrm>
        </p:spPr>
        <p:txBody>
          <a:bodyPr/>
          <a:lstStyle/>
          <a:p>
            <a:pPr marL="0" indent="0">
              <a:buNone/>
            </a:pPr>
            <a:r>
              <a:rPr lang="en-US" b="1"/>
              <a:t>If needed, use Arial Regular Bold for body headings</a:t>
            </a:r>
          </a:p>
          <a:p>
            <a:r>
              <a:rPr lang="en-US"/>
              <a:t>By default, level one text comes with a bullet. However, it can be used without a bullet in sentence/paragraph format, like this, when bullets aren’t needed.</a:t>
            </a:r>
          </a:p>
          <a:p>
            <a:r>
              <a:rPr lang="en-US"/>
              <a:t>Use the Bullets button on the Home tab to toggle bullets off/on</a:t>
            </a:r>
          </a:p>
          <a:p>
            <a:r>
              <a:rPr lang="en-US"/>
              <a:t>Body text is Arial Regular with single line spacing</a:t>
            </a:r>
          </a:p>
          <a:p>
            <a:pPr lvl="1"/>
            <a:r>
              <a:rPr lang="en-US"/>
              <a:t>Additional text levels are possible, each indented further with a dash</a:t>
            </a:r>
          </a:p>
          <a:p>
            <a:r>
              <a:rPr lang="en-US"/>
              <a:t>Use the Increase List Level and Decrease List Level buttons in the Paragraph section of the Home tab to change text levels</a:t>
            </a:r>
          </a:p>
          <a:p>
            <a:r>
              <a:rPr lang="en-US"/>
              <a:t>For legibility and consistency, avoid crowding slides with too much text</a:t>
            </a:r>
          </a:p>
        </p:txBody>
      </p:sp>
      <p:sp>
        <p:nvSpPr>
          <p:cNvPr id="2" name="Title 1">
            <a:extLst>
              <a:ext uri="{FF2B5EF4-FFF2-40B4-BE49-F238E27FC236}">
                <a16:creationId xmlns:a16="http://schemas.microsoft.com/office/drawing/2014/main" id="{69699A0B-6F26-F9BD-12A2-C63AB6A71D57}"/>
              </a:ext>
            </a:extLst>
          </p:cNvPr>
          <p:cNvSpPr>
            <a:spLocks noGrp="1"/>
          </p:cNvSpPr>
          <p:nvPr>
            <p:ph type="title"/>
          </p:nvPr>
        </p:nvSpPr>
        <p:spPr>
          <a:xfrm>
            <a:off x="457200" y="365759"/>
            <a:ext cx="11277600" cy="1371600"/>
          </a:xfrm>
        </p:spPr>
        <p:txBody>
          <a:bodyPr/>
          <a:lstStyle/>
          <a:p>
            <a:r>
              <a:rPr lang="en-US"/>
              <a:t>Click to add Title</a:t>
            </a:r>
          </a:p>
        </p:txBody>
      </p:sp>
      <p:sp>
        <p:nvSpPr>
          <p:cNvPr id="6" name="Text Placeholder 5">
            <a:extLst>
              <a:ext uri="{FF2B5EF4-FFF2-40B4-BE49-F238E27FC236}">
                <a16:creationId xmlns:a16="http://schemas.microsoft.com/office/drawing/2014/main" id="{21269B33-E5BE-03E8-6599-A71820ABEA96}"/>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313684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76535-4ED6-5A41-8A6C-2FBD1BB28F69}"/>
              </a:ext>
            </a:extLst>
          </p:cNvPr>
          <p:cNvSpPr>
            <a:spLocks noGrp="1"/>
          </p:cNvSpPr>
          <p:nvPr>
            <p:ph sz="half" idx="1"/>
          </p:nvPr>
        </p:nvSpPr>
        <p:spPr>
          <a:xfrm>
            <a:off x="457200" y="2286000"/>
            <a:ext cx="5486400" cy="3657600"/>
          </a:xfrm>
        </p:spPr>
        <p:txBody>
          <a:bodyPr/>
          <a:lstStyle/>
          <a:p>
            <a:pPr marL="0" indent="0">
              <a:buNone/>
            </a:pPr>
            <a:r>
              <a:rPr lang="en-US"/>
              <a:t>Whether you’re working with a one-column or multi-column slide, consistent sizing and positioning of elements from slide to slide helps create a coherent look and feel.</a:t>
            </a:r>
          </a:p>
          <a:p>
            <a:r>
              <a:rPr lang="en-US"/>
              <a:t>Keep content within the guides. If the guides aren’t visible, use View &gt; Guides to toggle them on.</a:t>
            </a:r>
          </a:p>
          <a:p>
            <a:r>
              <a:rPr lang="en-US"/>
              <a:t>To force master slide elements back into the approved size and position:</a:t>
            </a:r>
          </a:p>
          <a:p>
            <a:pPr lvl="1"/>
            <a:r>
              <a:rPr lang="en-US"/>
              <a:t>First, apply or reapply the desired slide layout using the Layout menu in the Slides section of the Home tab;</a:t>
            </a:r>
          </a:p>
          <a:p>
            <a:pPr lvl="1"/>
            <a:r>
              <a:rPr lang="en-US"/>
              <a:t>Then, click the Reset button; and </a:t>
            </a:r>
          </a:p>
          <a:p>
            <a:pPr lvl="1"/>
            <a:r>
              <a:rPr lang="en-US"/>
              <a:t>Finally, clean up any custom formatting</a:t>
            </a:r>
          </a:p>
        </p:txBody>
      </p:sp>
      <p:graphicFrame>
        <p:nvGraphicFramePr>
          <p:cNvPr id="8" name="Content Placeholder 3" descr="Chart">
            <a:extLst>
              <a:ext uri="{FF2B5EF4-FFF2-40B4-BE49-F238E27FC236}">
                <a16:creationId xmlns:a16="http://schemas.microsoft.com/office/drawing/2014/main" id="{9835A761-9A03-CA4E-A20C-7828B9511C1D}"/>
              </a:ext>
            </a:extLst>
          </p:cNvPr>
          <p:cNvGraphicFramePr>
            <a:graphicFrameLocks noGrp="1"/>
          </p:cNvGraphicFramePr>
          <p:nvPr>
            <p:ph sz="half" idx="2"/>
            <p:extLst>
              <p:ext uri="{D42A27DB-BD31-4B8C-83A1-F6EECF244321}">
                <p14:modId xmlns:p14="http://schemas.microsoft.com/office/powerpoint/2010/main" val="2973462190"/>
              </p:ext>
            </p:extLst>
          </p:nvPr>
        </p:nvGraphicFramePr>
        <p:xfrm>
          <a:off x="6248400" y="2286000"/>
          <a:ext cx="548640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3">
            <a:extLst>
              <a:ext uri="{FF2B5EF4-FFF2-40B4-BE49-F238E27FC236}">
                <a16:creationId xmlns:a16="http://schemas.microsoft.com/office/drawing/2014/main" id="{F2307626-993B-ED30-04CA-7C1A450D6EFE}"/>
              </a:ext>
            </a:extLst>
          </p:cNvPr>
          <p:cNvSpPr>
            <a:spLocks noGrp="1"/>
          </p:cNvSpPr>
          <p:nvPr>
            <p:ph type="title"/>
          </p:nvPr>
        </p:nvSpPr>
        <p:spPr>
          <a:xfrm>
            <a:off x="457200" y="365759"/>
            <a:ext cx="11277600" cy="1371600"/>
          </a:xfrm>
        </p:spPr>
        <p:txBody>
          <a:bodyPr/>
          <a:lstStyle/>
          <a:p>
            <a:r>
              <a:rPr lang="en-US"/>
              <a:t>Click to add Title</a:t>
            </a:r>
          </a:p>
        </p:txBody>
      </p:sp>
      <p:sp>
        <p:nvSpPr>
          <p:cNvPr id="11" name="Text Placeholder 10">
            <a:extLst>
              <a:ext uri="{FF2B5EF4-FFF2-40B4-BE49-F238E27FC236}">
                <a16:creationId xmlns:a16="http://schemas.microsoft.com/office/drawing/2014/main" id="{5E5AD50D-8EEB-A337-7CC7-117B2984CBA9}"/>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23427133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8A9F-5E5E-484B-9E4B-7445BD5FA532}"/>
              </a:ext>
            </a:extLst>
          </p:cNvPr>
          <p:cNvSpPr>
            <a:spLocks noGrp="1"/>
          </p:cNvSpPr>
          <p:nvPr>
            <p:ph type="title"/>
          </p:nvPr>
        </p:nvSpPr>
        <p:spPr>
          <a:xfrm>
            <a:off x="457200" y="365759"/>
            <a:ext cx="11277600" cy="1371600"/>
          </a:xfrm>
        </p:spPr>
        <p:txBody>
          <a:bodyPr/>
          <a:lstStyle/>
          <a:p>
            <a:r>
              <a:rPr lang="en-US"/>
              <a:t>This is a “Three Content” slide</a:t>
            </a:r>
          </a:p>
        </p:txBody>
      </p:sp>
      <p:sp>
        <p:nvSpPr>
          <p:cNvPr id="3" name="Content Placeholder 2">
            <a:extLst>
              <a:ext uri="{FF2B5EF4-FFF2-40B4-BE49-F238E27FC236}">
                <a16:creationId xmlns:a16="http://schemas.microsoft.com/office/drawing/2014/main" id="{8BAF6B59-DF54-7546-B5ED-BF36C4E1A89F}"/>
              </a:ext>
            </a:extLst>
          </p:cNvPr>
          <p:cNvSpPr>
            <a:spLocks noGrp="1"/>
          </p:cNvSpPr>
          <p:nvPr>
            <p:ph sz="half" idx="1"/>
          </p:nvPr>
        </p:nvSpPr>
        <p:spPr>
          <a:xfrm>
            <a:off x="457200" y="2286000"/>
            <a:ext cx="3557016" cy="3657600"/>
          </a:xfrm>
        </p:spPr>
        <p:txBody>
          <a:bodyPr/>
          <a:lstStyle/>
          <a:p>
            <a:pPr marL="0" indent="0">
              <a:buNone/>
            </a:pPr>
            <a:r>
              <a:rPr lang="en-US"/>
              <a:t>Multi-column slides have equal-width columns, each of which can be used for text, tables, pictures, charts and/or graphics.</a:t>
            </a:r>
          </a:p>
          <a:p>
            <a:pPr marL="0" indent="0">
              <a:buNone/>
            </a:pPr>
            <a:r>
              <a:rPr lang="en-US"/>
              <a:t>To insert text, click the placeholder and start typing</a:t>
            </a:r>
          </a:p>
          <a:p>
            <a:pPr marL="0" indent="0">
              <a:buNone/>
            </a:pPr>
            <a:r>
              <a:rPr lang="en-US"/>
              <a:t>To insert tables, pictures, charts or graphics, click the appropriate icon in the middle of the placeholder</a:t>
            </a:r>
          </a:p>
        </p:txBody>
      </p:sp>
      <p:graphicFrame>
        <p:nvGraphicFramePr>
          <p:cNvPr id="9" name="Content Placeholder 3" descr="Chart">
            <a:extLst>
              <a:ext uri="{FF2B5EF4-FFF2-40B4-BE49-F238E27FC236}">
                <a16:creationId xmlns:a16="http://schemas.microsoft.com/office/drawing/2014/main" id="{A2360CC0-D944-9642-8E47-24AC40E57AF1}"/>
              </a:ext>
            </a:extLst>
          </p:cNvPr>
          <p:cNvGraphicFramePr>
            <a:graphicFrameLocks noGrp="1"/>
          </p:cNvGraphicFramePr>
          <p:nvPr>
            <p:ph sz="half" idx="2"/>
            <p:extLst>
              <p:ext uri="{D42A27DB-BD31-4B8C-83A1-F6EECF244321}">
                <p14:modId xmlns:p14="http://schemas.microsoft.com/office/powerpoint/2010/main" val="1828141001"/>
              </p:ext>
            </p:extLst>
          </p:nvPr>
        </p:nvGraphicFramePr>
        <p:xfrm>
          <a:off x="4318000" y="2286000"/>
          <a:ext cx="3556000" cy="3657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4" descr="Table">
            <a:extLst>
              <a:ext uri="{FF2B5EF4-FFF2-40B4-BE49-F238E27FC236}">
                <a16:creationId xmlns:a16="http://schemas.microsoft.com/office/drawing/2014/main" id="{33479BA9-7E0A-3742-8F86-2741E9ECB519}"/>
              </a:ext>
            </a:extLst>
          </p:cNvPr>
          <p:cNvGraphicFramePr>
            <a:graphicFrameLocks noGrp="1"/>
          </p:cNvGraphicFramePr>
          <p:nvPr>
            <p:ph sz="quarter" idx="13"/>
            <p:extLst>
              <p:ext uri="{D42A27DB-BD31-4B8C-83A1-F6EECF244321}">
                <p14:modId xmlns:p14="http://schemas.microsoft.com/office/powerpoint/2010/main" val="1398486785"/>
              </p:ext>
            </p:extLst>
          </p:nvPr>
        </p:nvGraphicFramePr>
        <p:xfrm>
          <a:off x="8177213" y="2286000"/>
          <a:ext cx="3557586" cy="3657599"/>
        </p:xfrm>
        <a:graphic>
          <a:graphicData uri="http://schemas.openxmlformats.org/drawingml/2006/table">
            <a:tbl>
              <a:tblPr firstRow="1" firstCol="1" lastRow="1">
                <a:tableStyleId>{28C5B1A6-7CDA-4FE8-980E-A958422A06AF}</a:tableStyleId>
              </a:tblPr>
              <a:tblGrid>
                <a:gridCol w="1185862">
                  <a:extLst>
                    <a:ext uri="{9D8B030D-6E8A-4147-A177-3AD203B41FA5}">
                      <a16:colId xmlns:a16="http://schemas.microsoft.com/office/drawing/2014/main" val="20000"/>
                    </a:ext>
                  </a:extLst>
                </a:gridCol>
                <a:gridCol w="1185862">
                  <a:extLst>
                    <a:ext uri="{9D8B030D-6E8A-4147-A177-3AD203B41FA5}">
                      <a16:colId xmlns:a16="http://schemas.microsoft.com/office/drawing/2014/main" val="20001"/>
                    </a:ext>
                  </a:extLst>
                </a:gridCol>
                <a:gridCol w="1185862">
                  <a:extLst>
                    <a:ext uri="{9D8B030D-6E8A-4147-A177-3AD203B41FA5}">
                      <a16:colId xmlns:a16="http://schemas.microsoft.com/office/drawing/2014/main" val="20002"/>
                    </a:ext>
                  </a:extLst>
                </a:gridCol>
              </a:tblGrid>
              <a:tr h="332509">
                <a:tc>
                  <a:txBody>
                    <a:bodyPr/>
                    <a:lstStyle/>
                    <a:p>
                      <a:endParaRPr lang="en-US" sz="1200" cap="none" baseline="0">
                        <a:latin typeface="Arial Nova" panose="020B0504020202020204" pitchFamily="34" charset="0"/>
                      </a:endParaRPr>
                    </a:p>
                  </a:txBody>
                  <a:tcPr marT="0" marB="0" anchor="ctr"/>
                </a:tc>
                <a:tc>
                  <a:txBody>
                    <a:bodyPr/>
                    <a:lstStyle/>
                    <a:p>
                      <a:pPr algn="l"/>
                      <a:r>
                        <a:rPr lang="en-US" sz="1200" cap="none" baseline="0">
                          <a:latin typeface="Arial Nova" panose="020B0504020202020204" pitchFamily="34" charset="0"/>
                        </a:rPr>
                        <a:t>Column 1</a:t>
                      </a:r>
                    </a:p>
                  </a:txBody>
                  <a:tcPr marT="0" marB="0" anchor="ctr"/>
                </a:tc>
                <a:tc>
                  <a:txBody>
                    <a:bodyPr/>
                    <a:lstStyle/>
                    <a:p>
                      <a:pPr algn="l"/>
                      <a:r>
                        <a:rPr lang="en-US" sz="1200" cap="none" baseline="0">
                          <a:latin typeface="Arial Nova" panose="020B0504020202020204" pitchFamily="34" charset="0"/>
                        </a:rPr>
                        <a:t>Column 2</a:t>
                      </a:r>
                    </a:p>
                  </a:txBody>
                  <a:tcPr marT="0" marB="0" anchor="ctr"/>
                </a:tc>
                <a:extLst>
                  <a:ext uri="{0D108BD9-81ED-4DB2-BD59-A6C34878D82A}">
                    <a16:rowId xmlns:a16="http://schemas.microsoft.com/office/drawing/2014/main" val="10000"/>
                  </a:ext>
                </a:extLst>
              </a:tr>
              <a:tr h="332509">
                <a:tc>
                  <a:txBody>
                    <a:bodyPr/>
                    <a:lstStyle/>
                    <a:p>
                      <a:r>
                        <a:rPr lang="en-US" sz="1200">
                          <a:latin typeface="Arial Nova" panose="020B0504020202020204" pitchFamily="34" charset="0"/>
                        </a:rPr>
                        <a:t>Row 1</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1"/>
                  </a:ext>
                </a:extLst>
              </a:tr>
              <a:tr h="332509">
                <a:tc>
                  <a:txBody>
                    <a:bodyPr/>
                    <a:lstStyle/>
                    <a:p>
                      <a:r>
                        <a:rPr lang="en-US" sz="1200">
                          <a:latin typeface="Arial Nova" panose="020B0504020202020204" pitchFamily="34" charset="0"/>
                        </a:rPr>
                        <a:t>Row 2</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2"/>
                  </a:ext>
                </a:extLst>
              </a:tr>
              <a:tr h="332509">
                <a:tc>
                  <a:txBody>
                    <a:bodyPr/>
                    <a:lstStyle/>
                    <a:p>
                      <a:r>
                        <a:rPr lang="en-US" sz="1200">
                          <a:latin typeface="Arial Nova" panose="020B0504020202020204" pitchFamily="34" charset="0"/>
                        </a:rPr>
                        <a:t>Row 3</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3"/>
                  </a:ext>
                </a:extLst>
              </a:tr>
              <a:tr h="332509">
                <a:tc>
                  <a:txBody>
                    <a:bodyPr/>
                    <a:lstStyle/>
                    <a:p>
                      <a:r>
                        <a:rPr lang="en-US" sz="1200">
                          <a:latin typeface="Arial Nova" panose="020B0504020202020204" pitchFamily="34" charset="0"/>
                        </a:rPr>
                        <a:t>Row 4</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4"/>
                  </a:ext>
                </a:extLst>
              </a:tr>
              <a:tr h="332509">
                <a:tc>
                  <a:txBody>
                    <a:bodyPr/>
                    <a:lstStyle/>
                    <a:p>
                      <a:r>
                        <a:rPr lang="en-US" sz="1200">
                          <a:latin typeface="Arial Nova" panose="020B0504020202020204" pitchFamily="34" charset="0"/>
                        </a:rPr>
                        <a:t>Row 5</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5"/>
                  </a:ext>
                </a:extLst>
              </a:tr>
              <a:tr h="332509">
                <a:tc>
                  <a:txBody>
                    <a:bodyPr/>
                    <a:lstStyle/>
                    <a:p>
                      <a:r>
                        <a:rPr lang="en-US" sz="1200">
                          <a:latin typeface="Arial Nova" panose="020B0504020202020204" pitchFamily="34" charset="0"/>
                        </a:rPr>
                        <a:t>Row 6</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164867131"/>
                  </a:ext>
                </a:extLst>
              </a:tr>
              <a:tr h="332509">
                <a:tc>
                  <a:txBody>
                    <a:bodyPr/>
                    <a:lstStyle/>
                    <a:p>
                      <a:r>
                        <a:rPr lang="en-US" sz="1200">
                          <a:latin typeface="Arial Nova" panose="020B0504020202020204" pitchFamily="34" charset="0"/>
                        </a:rPr>
                        <a:t>Row 7</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791278334"/>
                  </a:ext>
                </a:extLst>
              </a:tr>
              <a:tr h="332509">
                <a:tc>
                  <a:txBody>
                    <a:bodyPr/>
                    <a:lstStyle/>
                    <a:p>
                      <a:r>
                        <a:rPr lang="en-US" sz="1200">
                          <a:latin typeface="Arial Nova" panose="020B0504020202020204" pitchFamily="34" charset="0"/>
                        </a:rPr>
                        <a:t>Row 8</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2367401442"/>
                  </a:ext>
                </a:extLst>
              </a:tr>
              <a:tr h="332509">
                <a:tc>
                  <a:txBody>
                    <a:bodyPr/>
                    <a:lstStyle/>
                    <a:p>
                      <a:r>
                        <a:rPr lang="en-US" sz="1200">
                          <a:latin typeface="Arial Nova" panose="020B0504020202020204" pitchFamily="34" charset="0"/>
                        </a:rPr>
                        <a:t>Row 9</a:t>
                      </a: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3855993651"/>
                  </a:ext>
                </a:extLst>
              </a:tr>
              <a:tr h="332509">
                <a:tc>
                  <a:txBody>
                    <a:bodyPr/>
                    <a:lstStyle/>
                    <a:p>
                      <a:endParaRPr lang="en-US" sz="1200">
                        <a:latin typeface="Arial Nova" panose="020B0504020202020204" pitchFamily="34" charset="0"/>
                      </a:endParaRPr>
                    </a:p>
                  </a:txBody>
                  <a:tcPr marT="0" marB="0" anchor="ctr"/>
                </a:tc>
                <a:tc>
                  <a:txBody>
                    <a:bodyPr/>
                    <a:lstStyle/>
                    <a:p>
                      <a:pPr algn="l"/>
                      <a:r>
                        <a:rPr lang="en-US" sz="1200">
                          <a:latin typeface="Arial Nova" panose="020B0504020202020204" pitchFamily="34" charset="0"/>
                        </a:rPr>
                        <a:t>000</a:t>
                      </a:r>
                    </a:p>
                  </a:txBody>
                  <a:tcPr marT="0" marB="0" anchor="ctr"/>
                </a:tc>
                <a:tc>
                  <a:txBody>
                    <a:bodyPr/>
                    <a:lstStyle/>
                    <a:p>
                      <a:pPr algn="l"/>
                      <a:r>
                        <a:rPr lang="en-US" sz="1200">
                          <a:latin typeface="Arial Nova" panose="020B0504020202020204" pitchFamily="34" charset="0"/>
                        </a:rPr>
                        <a:t>000</a:t>
                      </a:r>
                    </a:p>
                  </a:txBody>
                  <a:tcPr marT="0" marB="0" anchor="ctr"/>
                </a:tc>
                <a:extLst>
                  <a:ext uri="{0D108BD9-81ED-4DB2-BD59-A6C34878D82A}">
                    <a16:rowId xmlns:a16="http://schemas.microsoft.com/office/drawing/2014/main" val="10006"/>
                  </a:ext>
                </a:extLst>
              </a:tr>
            </a:tbl>
          </a:graphicData>
        </a:graphic>
      </p:graphicFrame>
      <p:sp>
        <p:nvSpPr>
          <p:cNvPr id="8" name="Text Placeholder 7">
            <a:extLst>
              <a:ext uri="{FF2B5EF4-FFF2-40B4-BE49-F238E27FC236}">
                <a16:creationId xmlns:a16="http://schemas.microsoft.com/office/drawing/2014/main" id="{179A7149-193A-6932-ACF1-1D6A5A03D26E}"/>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34059210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0B85-EBEC-734B-98A8-2BAC52CC0257}"/>
              </a:ext>
            </a:extLst>
          </p:cNvPr>
          <p:cNvSpPr>
            <a:spLocks noGrp="1"/>
          </p:cNvSpPr>
          <p:nvPr>
            <p:ph type="title"/>
          </p:nvPr>
        </p:nvSpPr>
        <p:spPr>
          <a:xfrm>
            <a:off x="457200" y="365759"/>
            <a:ext cx="11277600" cy="1371600"/>
          </a:xfrm>
        </p:spPr>
        <p:txBody>
          <a:bodyPr/>
          <a:lstStyle/>
          <a:p>
            <a:r>
              <a:rPr lang="en-US"/>
              <a:t>This is a “Four Content” slide</a:t>
            </a:r>
          </a:p>
        </p:txBody>
      </p:sp>
      <p:sp>
        <p:nvSpPr>
          <p:cNvPr id="3" name="Content Placeholder 2">
            <a:extLst>
              <a:ext uri="{FF2B5EF4-FFF2-40B4-BE49-F238E27FC236}">
                <a16:creationId xmlns:a16="http://schemas.microsoft.com/office/drawing/2014/main" id="{95A1310C-7516-9B42-A1FD-3E54A6F3494C}"/>
              </a:ext>
            </a:extLst>
          </p:cNvPr>
          <p:cNvSpPr>
            <a:spLocks noGrp="1"/>
          </p:cNvSpPr>
          <p:nvPr>
            <p:ph sz="half" idx="1"/>
          </p:nvPr>
        </p:nvSpPr>
        <p:spPr>
          <a:xfrm>
            <a:off x="457200" y="2286000"/>
            <a:ext cx="2587752" cy="3220720"/>
          </a:xfrm>
        </p:spPr>
        <p:txBody>
          <a:bodyPr/>
          <a:lstStyle/>
          <a:p>
            <a:pPr marL="0" indent="0">
              <a:buNone/>
            </a:pPr>
            <a:r>
              <a:rPr lang="en-US" b="1"/>
              <a:t>If needed, use Arial Regular Bold for headings</a:t>
            </a:r>
          </a:p>
          <a:p>
            <a:pPr marL="0" indent="0">
              <a:buNone/>
            </a:pPr>
            <a:r>
              <a:rPr lang="en-US"/>
              <a:t>Multi-column slides have equal-width columns, each of which can be used for text, tables, pictures, charts and/or graphics.</a:t>
            </a:r>
          </a:p>
          <a:p>
            <a:pPr marL="0" indent="0">
              <a:buNone/>
            </a:pPr>
            <a:r>
              <a:rPr lang="en-US"/>
              <a:t>To insert tables, pictures, charts or graphics, click the appropriate icon in the middle of the placeholder.</a:t>
            </a:r>
          </a:p>
        </p:txBody>
      </p:sp>
      <p:sp>
        <p:nvSpPr>
          <p:cNvPr id="4" name="Content Placeholder 3">
            <a:extLst>
              <a:ext uri="{FF2B5EF4-FFF2-40B4-BE49-F238E27FC236}">
                <a16:creationId xmlns:a16="http://schemas.microsoft.com/office/drawing/2014/main" id="{5901F384-3096-F642-998B-DF0792F7F541}"/>
              </a:ext>
            </a:extLst>
          </p:cNvPr>
          <p:cNvSpPr>
            <a:spLocks noGrp="1"/>
          </p:cNvSpPr>
          <p:nvPr>
            <p:ph sz="half" idx="2"/>
          </p:nvPr>
        </p:nvSpPr>
        <p:spPr>
          <a:xfrm>
            <a:off x="3353816" y="2286000"/>
            <a:ext cx="2587752" cy="3220720"/>
          </a:xfrm>
        </p:spPr>
        <p:txBody>
          <a:bodyPr/>
          <a:lstStyle/>
          <a:p>
            <a:pPr marL="0" indent="0">
              <a:buNone/>
            </a:pPr>
            <a:r>
              <a:rPr lang="en-US" b="1"/>
              <a:t>If needed, use Arial Regular Bold for headings</a:t>
            </a:r>
          </a:p>
          <a:p>
            <a:pPr marL="0" indent="0">
              <a:buNone/>
            </a:pPr>
            <a:r>
              <a:rPr lang="en-US"/>
              <a:t>Multi-column slides have equal-width columns, each of which can be used for text, tables, pictures, charts and/or graphics.</a:t>
            </a:r>
          </a:p>
          <a:p>
            <a:pPr marL="0" indent="0">
              <a:buNone/>
            </a:pPr>
            <a:r>
              <a:rPr lang="en-US"/>
              <a:t>To insert tables, pictures, charts or graphics, click the appropriate icon in the middle of the placeholder.</a:t>
            </a:r>
          </a:p>
        </p:txBody>
      </p:sp>
      <p:sp>
        <p:nvSpPr>
          <p:cNvPr id="5" name="Content Placeholder 4">
            <a:extLst>
              <a:ext uri="{FF2B5EF4-FFF2-40B4-BE49-F238E27FC236}">
                <a16:creationId xmlns:a16="http://schemas.microsoft.com/office/drawing/2014/main" id="{081DF1DD-3C06-2442-B80A-157896BDC117}"/>
              </a:ext>
            </a:extLst>
          </p:cNvPr>
          <p:cNvSpPr>
            <a:spLocks noGrp="1"/>
          </p:cNvSpPr>
          <p:nvPr>
            <p:ph sz="quarter" idx="13"/>
          </p:nvPr>
        </p:nvSpPr>
        <p:spPr>
          <a:xfrm>
            <a:off x="6250432" y="2286000"/>
            <a:ext cx="2587752" cy="3220720"/>
          </a:xfrm>
        </p:spPr>
        <p:txBody>
          <a:bodyPr/>
          <a:lstStyle/>
          <a:p>
            <a:pPr marL="0" indent="0">
              <a:buNone/>
            </a:pPr>
            <a:r>
              <a:rPr lang="en-US" b="1"/>
              <a:t>If needed, use Arial Regular Bold for headings</a:t>
            </a:r>
          </a:p>
          <a:p>
            <a:pPr marL="0" indent="0">
              <a:buNone/>
            </a:pPr>
            <a:r>
              <a:rPr lang="en-US"/>
              <a:t>Multi-column slides have equal-width columns, each of which can be used for text, tables, pictures, charts and/or graphics.</a:t>
            </a:r>
          </a:p>
          <a:p>
            <a:pPr marL="0" indent="0">
              <a:buNone/>
            </a:pPr>
            <a:r>
              <a:rPr lang="en-US"/>
              <a:t>To insert tables, pictures, charts or graphics, click the appropriate icon in the middle of the placeholder.</a:t>
            </a:r>
          </a:p>
        </p:txBody>
      </p:sp>
      <p:sp>
        <p:nvSpPr>
          <p:cNvPr id="6" name="Content Placeholder 5">
            <a:extLst>
              <a:ext uri="{FF2B5EF4-FFF2-40B4-BE49-F238E27FC236}">
                <a16:creationId xmlns:a16="http://schemas.microsoft.com/office/drawing/2014/main" id="{7A7762B4-60BF-734E-9124-0AA6C970BB76}"/>
              </a:ext>
            </a:extLst>
          </p:cNvPr>
          <p:cNvSpPr>
            <a:spLocks noGrp="1"/>
          </p:cNvSpPr>
          <p:nvPr>
            <p:ph sz="quarter" idx="14"/>
          </p:nvPr>
        </p:nvSpPr>
        <p:spPr>
          <a:xfrm>
            <a:off x="9147048" y="2286000"/>
            <a:ext cx="2587752" cy="3220720"/>
          </a:xfrm>
        </p:spPr>
        <p:txBody>
          <a:bodyPr/>
          <a:lstStyle/>
          <a:p>
            <a:pPr marL="0" indent="0">
              <a:buNone/>
            </a:pPr>
            <a:r>
              <a:rPr lang="en-US" b="1"/>
              <a:t>If needed, use Arial Regular Bold for headings</a:t>
            </a:r>
          </a:p>
          <a:p>
            <a:pPr marL="0" indent="0">
              <a:buNone/>
            </a:pPr>
            <a:r>
              <a:rPr lang="en-US"/>
              <a:t>Multi-column slides have equal-width columns, each of which can be used for text, tables, pictures, charts and/or graphics.</a:t>
            </a:r>
          </a:p>
          <a:p>
            <a:pPr marL="0" indent="0">
              <a:buNone/>
            </a:pPr>
            <a:r>
              <a:rPr lang="en-US"/>
              <a:t>To insert tables, pictures, charts or graphics, click the appropriate icon in the middle of the placeholder.</a:t>
            </a:r>
          </a:p>
        </p:txBody>
      </p:sp>
      <p:sp>
        <p:nvSpPr>
          <p:cNvPr id="12" name="Text Placeholder 11">
            <a:extLst>
              <a:ext uri="{FF2B5EF4-FFF2-40B4-BE49-F238E27FC236}">
                <a16:creationId xmlns:a16="http://schemas.microsoft.com/office/drawing/2014/main" id="{F0D4F924-0E66-E143-67AE-0AD445D0E52D}"/>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41514544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506A6-71DB-9C4D-9875-C4AB5C12E698}"/>
              </a:ext>
            </a:extLst>
          </p:cNvPr>
          <p:cNvSpPr>
            <a:spLocks noGrp="1"/>
          </p:cNvSpPr>
          <p:nvPr>
            <p:ph type="title"/>
          </p:nvPr>
        </p:nvSpPr>
        <p:spPr>
          <a:xfrm>
            <a:off x="457200" y="365759"/>
            <a:ext cx="11277600" cy="1371600"/>
          </a:xfrm>
        </p:spPr>
        <p:txBody>
          <a:bodyPr/>
          <a:lstStyle/>
          <a:p>
            <a:r>
              <a:rPr lang="en-US"/>
              <a:t>This is a “Sidebar Left” slide</a:t>
            </a:r>
            <a:br>
              <a:rPr lang="en-US"/>
            </a:br>
            <a:r>
              <a:rPr lang="en-US" b="0"/>
              <a:t>Subtitle, if needed</a:t>
            </a:r>
          </a:p>
        </p:txBody>
      </p:sp>
      <p:sp>
        <p:nvSpPr>
          <p:cNvPr id="3" name="Content Placeholder 2">
            <a:extLst>
              <a:ext uri="{FF2B5EF4-FFF2-40B4-BE49-F238E27FC236}">
                <a16:creationId xmlns:a16="http://schemas.microsoft.com/office/drawing/2014/main" id="{7FDD786C-A069-CA40-8E8D-1CF7CBA761B6}"/>
              </a:ext>
            </a:extLst>
          </p:cNvPr>
          <p:cNvSpPr>
            <a:spLocks noGrp="1"/>
          </p:cNvSpPr>
          <p:nvPr>
            <p:ph sz="half" idx="1"/>
          </p:nvPr>
        </p:nvSpPr>
        <p:spPr>
          <a:xfrm>
            <a:off x="457199" y="2286000"/>
            <a:ext cx="3559175" cy="3657600"/>
          </a:xfrm>
        </p:spPr>
        <p:txBody>
          <a:bodyPr/>
          <a:lstStyle/>
          <a:p>
            <a:pPr marL="0" indent="0">
              <a:buNone/>
            </a:pPr>
            <a:r>
              <a:rPr lang="en-US"/>
              <a:t>Sidebar layouts provide the flexibility to accommodate different amounts of content in the left and right columns.</a:t>
            </a:r>
          </a:p>
          <a:p>
            <a:pPr marL="0" indent="0">
              <a:buNone/>
            </a:pPr>
            <a:r>
              <a:rPr lang="en-US"/>
              <a:t>The narrow column is the same width as one column of the three-column layout.</a:t>
            </a:r>
          </a:p>
          <a:p>
            <a:pPr marL="0" indent="0">
              <a:buNone/>
            </a:pPr>
            <a:r>
              <a:rPr lang="en-US"/>
              <a:t>The wide column is the same width as two columns of the three-column layout.</a:t>
            </a:r>
          </a:p>
        </p:txBody>
      </p:sp>
      <p:graphicFrame>
        <p:nvGraphicFramePr>
          <p:cNvPr id="8" name="Content Placeholder 3" descr="Chart">
            <a:extLst>
              <a:ext uri="{FF2B5EF4-FFF2-40B4-BE49-F238E27FC236}">
                <a16:creationId xmlns:a16="http://schemas.microsoft.com/office/drawing/2014/main" id="{E26B6B02-DCAC-664D-BF33-9C0F95D04474}"/>
              </a:ext>
            </a:extLst>
          </p:cNvPr>
          <p:cNvGraphicFramePr>
            <a:graphicFrameLocks noGrp="1"/>
          </p:cNvGraphicFramePr>
          <p:nvPr>
            <p:ph sz="half" idx="2"/>
            <p:extLst>
              <p:ext uri="{D42A27DB-BD31-4B8C-83A1-F6EECF244321}">
                <p14:modId xmlns:p14="http://schemas.microsoft.com/office/powerpoint/2010/main" val="3433185433"/>
              </p:ext>
            </p:extLst>
          </p:nvPr>
        </p:nvGraphicFramePr>
        <p:xfrm>
          <a:off x="4314825" y="2286000"/>
          <a:ext cx="7419975"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6">
            <a:extLst>
              <a:ext uri="{FF2B5EF4-FFF2-40B4-BE49-F238E27FC236}">
                <a16:creationId xmlns:a16="http://schemas.microsoft.com/office/drawing/2014/main" id="{EC844AB6-50EF-D927-C5B8-7F5A8DBB9C98}"/>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24585473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044D6-1566-294A-B157-92CABBA00B8F}"/>
              </a:ext>
            </a:extLst>
          </p:cNvPr>
          <p:cNvSpPr>
            <a:spLocks noGrp="1"/>
          </p:cNvSpPr>
          <p:nvPr>
            <p:ph type="title"/>
          </p:nvPr>
        </p:nvSpPr>
        <p:spPr>
          <a:xfrm>
            <a:off x="457200" y="365759"/>
            <a:ext cx="11277600" cy="1371600"/>
          </a:xfrm>
        </p:spPr>
        <p:txBody>
          <a:bodyPr/>
          <a:lstStyle/>
          <a:p>
            <a:r>
              <a:rPr lang="en-US"/>
              <a:t>This is a “Sidebar Right” slide</a:t>
            </a:r>
          </a:p>
        </p:txBody>
      </p:sp>
      <p:sp>
        <p:nvSpPr>
          <p:cNvPr id="3" name="Content Placeholder 2">
            <a:extLst>
              <a:ext uri="{FF2B5EF4-FFF2-40B4-BE49-F238E27FC236}">
                <a16:creationId xmlns:a16="http://schemas.microsoft.com/office/drawing/2014/main" id="{C08EA31E-AA8A-B64C-8614-CDBD70C8105F}"/>
              </a:ext>
            </a:extLst>
          </p:cNvPr>
          <p:cNvSpPr>
            <a:spLocks noGrp="1"/>
          </p:cNvSpPr>
          <p:nvPr>
            <p:ph sz="half" idx="1"/>
          </p:nvPr>
        </p:nvSpPr>
        <p:spPr>
          <a:xfrm>
            <a:off x="457200" y="2286000"/>
            <a:ext cx="7419975" cy="3657600"/>
          </a:xfrm>
        </p:spPr>
        <p:txBody>
          <a:bodyPr/>
          <a:lstStyle/>
          <a:p>
            <a:pPr marL="0" lvl="0" indent="0">
              <a:lnSpc>
                <a:spcPts val="4900"/>
              </a:lnSpc>
              <a:spcBef>
                <a:spcPts val="0"/>
              </a:spcBef>
              <a:buNone/>
            </a:pPr>
            <a:r>
              <a:rPr lang="en-US" sz="4400"/>
              <a:t>Big statements are Arial Regular 44pt with 0.9 line spacing, five lines max. Use sparingly to make single, important points.</a:t>
            </a:r>
          </a:p>
        </p:txBody>
      </p:sp>
      <p:sp>
        <p:nvSpPr>
          <p:cNvPr id="4" name="Content Placeholder 3">
            <a:extLst>
              <a:ext uri="{FF2B5EF4-FFF2-40B4-BE49-F238E27FC236}">
                <a16:creationId xmlns:a16="http://schemas.microsoft.com/office/drawing/2014/main" id="{46210CE8-7860-5443-B300-DF5C81C8136A}"/>
              </a:ext>
            </a:extLst>
          </p:cNvPr>
          <p:cNvSpPr>
            <a:spLocks noGrp="1"/>
          </p:cNvSpPr>
          <p:nvPr>
            <p:ph sz="half" idx="2"/>
          </p:nvPr>
        </p:nvSpPr>
        <p:spPr>
          <a:xfrm>
            <a:off x="8175625" y="2286000"/>
            <a:ext cx="3559175" cy="3657600"/>
          </a:xfrm>
        </p:spPr>
        <p:txBody>
          <a:bodyPr/>
          <a:lstStyle/>
          <a:p>
            <a:r>
              <a:rPr lang="en-US"/>
              <a:t>Sidebar layouts provide the flexibility to accommodate different amounts of content in the left and right columns</a:t>
            </a:r>
          </a:p>
          <a:p>
            <a:r>
              <a:rPr lang="en-US"/>
              <a:t>The narrow column is the same width as one column of the three-column layout</a:t>
            </a:r>
          </a:p>
          <a:p>
            <a:r>
              <a:rPr lang="en-US"/>
              <a:t>The wide column is the same width as two columns of the three-column layout</a:t>
            </a:r>
          </a:p>
        </p:txBody>
      </p:sp>
      <p:sp>
        <p:nvSpPr>
          <p:cNvPr id="8" name="Text Placeholder 7">
            <a:extLst>
              <a:ext uri="{FF2B5EF4-FFF2-40B4-BE49-F238E27FC236}">
                <a16:creationId xmlns:a16="http://schemas.microsoft.com/office/drawing/2014/main" id="{803181E4-C8DC-34C7-2248-7D397131C4BE}"/>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21052526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7EE9-1579-BB45-B49A-936BB1434F82}"/>
              </a:ext>
            </a:extLst>
          </p:cNvPr>
          <p:cNvSpPr>
            <a:spLocks noGrp="1"/>
          </p:cNvSpPr>
          <p:nvPr>
            <p:ph type="title"/>
          </p:nvPr>
        </p:nvSpPr>
        <p:spPr>
          <a:xfrm>
            <a:off x="457200" y="365759"/>
            <a:ext cx="5334000" cy="1371600"/>
          </a:xfrm>
        </p:spPr>
        <p:txBody>
          <a:bodyPr/>
          <a:lstStyle/>
          <a:p>
            <a:r>
              <a:rPr lang="en-US"/>
              <a:t>This is a “Half Photo” slide</a:t>
            </a:r>
            <a:br>
              <a:rPr lang="en-US"/>
            </a:br>
            <a:r>
              <a:rPr lang="en-US" b="0"/>
              <a:t>Subtitle, if needed</a:t>
            </a:r>
          </a:p>
        </p:txBody>
      </p:sp>
      <p:sp>
        <p:nvSpPr>
          <p:cNvPr id="17" name="Content Placeholder 2">
            <a:extLst>
              <a:ext uri="{FF2B5EF4-FFF2-40B4-BE49-F238E27FC236}">
                <a16:creationId xmlns:a16="http://schemas.microsoft.com/office/drawing/2014/main" id="{01D71C70-D72E-AC4A-AA13-B89B96D5801A}"/>
              </a:ext>
            </a:extLst>
          </p:cNvPr>
          <p:cNvSpPr>
            <a:spLocks noGrp="1"/>
          </p:cNvSpPr>
          <p:nvPr>
            <p:ph sz="quarter" idx="11"/>
          </p:nvPr>
        </p:nvSpPr>
        <p:spPr>
          <a:xfrm>
            <a:off x="457200" y="2285999"/>
            <a:ext cx="5334000" cy="3355848"/>
          </a:xfrm>
        </p:spPr>
        <p:txBody>
          <a:bodyPr/>
          <a:lstStyle/>
          <a:p>
            <a:pPr marL="0" indent="0">
              <a:buNone/>
            </a:pPr>
            <a:r>
              <a:rPr lang="en-US"/>
              <a:t>Use the left side of this slide for text, tables, charts and/or graphics. Use the right side for a photo.</a:t>
            </a:r>
          </a:p>
          <a:p>
            <a:pPr marL="0" indent="0">
              <a:buNone/>
            </a:pPr>
            <a:r>
              <a:rPr lang="en-US"/>
              <a:t>To insert a photo, click the icon in the middle of the gray placeholder and locate the photo. Photo must fill the entire placeholder. Photo may be cropped within the placeholder but do not move or resize the placeholder.</a:t>
            </a:r>
          </a:p>
          <a:p>
            <a:pPr marL="0" indent="0">
              <a:buNone/>
            </a:pPr>
            <a:r>
              <a:rPr lang="en-US"/>
              <a:t>Do not use this layout without a photo.</a:t>
            </a:r>
          </a:p>
        </p:txBody>
      </p:sp>
      <p:sp>
        <p:nvSpPr>
          <p:cNvPr id="11" name="Picture Placeholder 10">
            <a:extLst>
              <a:ext uri="{FF2B5EF4-FFF2-40B4-BE49-F238E27FC236}">
                <a16:creationId xmlns:a16="http://schemas.microsoft.com/office/drawing/2014/main" id="{314DDBA3-28A1-10CB-5274-7418B7A11637}"/>
              </a:ext>
            </a:extLst>
          </p:cNvPr>
          <p:cNvSpPr>
            <a:spLocks noGrp="1"/>
          </p:cNvSpPr>
          <p:nvPr>
            <p:ph type="pic" sz="quarter" idx="12"/>
          </p:nvPr>
        </p:nvSpPr>
        <p:spPr/>
        <p:txBody>
          <a:bodyPr/>
          <a:lstStyle/>
          <a:p>
            <a:endParaRPr lang="en-US"/>
          </a:p>
        </p:txBody>
      </p:sp>
      <p:sp>
        <p:nvSpPr>
          <p:cNvPr id="10" name="Text Placeholder 9">
            <a:extLst>
              <a:ext uri="{FF2B5EF4-FFF2-40B4-BE49-F238E27FC236}">
                <a16:creationId xmlns:a16="http://schemas.microsoft.com/office/drawing/2014/main" id="{F49E1628-6DFA-FAEB-AB99-2C72FDD35948}"/>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3247342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
            <a:extLst>
              <a:ext uri="{FF2B5EF4-FFF2-40B4-BE49-F238E27FC236}">
                <a16:creationId xmlns:a16="http://schemas.microsoft.com/office/drawing/2014/main" id="{01D71C70-D72E-AC4A-AA13-B89B96D5801A}"/>
              </a:ext>
            </a:extLst>
          </p:cNvPr>
          <p:cNvSpPr>
            <a:spLocks noGrp="1"/>
          </p:cNvSpPr>
          <p:nvPr>
            <p:ph sz="quarter" idx="11"/>
          </p:nvPr>
        </p:nvSpPr>
        <p:spPr>
          <a:xfrm>
            <a:off x="457200" y="365125"/>
            <a:ext cx="5334000" cy="2697079"/>
          </a:xfrm>
        </p:spPr>
        <p:txBody>
          <a:bodyPr/>
          <a:lstStyle/>
          <a:p>
            <a:pPr marL="0" indent="0">
              <a:buNone/>
            </a:pPr>
            <a:r>
              <a:rPr lang="en-US" sz="9600"/>
              <a:t>00%</a:t>
            </a:r>
          </a:p>
          <a:p>
            <a:pPr marL="0" indent="0">
              <a:spcBef>
                <a:spcPts val="0"/>
              </a:spcBef>
              <a:buNone/>
            </a:pPr>
            <a:r>
              <a:rPr lang="en-US"/>
              <a:t>This version of the half photo slide can be used for text and/or infographics. The large text above is Arial Regular 96pt with 0.8 line spacing. Text must not overlap the horizon lines graphic below.</a:t>
            </a:r>
          </a:p>
        </p:txBody>
      </p:sp>
      <p:sp>
        <p:nvSpPr>
          <p:cNvPr id="5" name="Picture Placeholder 4">
            <a:extLst>
              <a:ext uri="{FF2B5EF4-FFF2-40B4-BE49-F238E27FC236}">
                <a16:creationId xmlns:a16="http://schemas.microsoft.com/office/drawing/2014/main" id="{45118EB8-9F49-E545-546A-A052DA684404}"/>
              </a:ext>
            </a:extLst>
          </p:cNvPr>
          <p:cNvSpPr>
            <a:spLocks noGrp="1"/>
          </p:cNvSpPr>
          <p:nvPr>
            <p:ph type="pic" sz="quarter" idx="12"/>
          </p:nvPr>
        </p:nvSpPr>
        <p:spPr/>
        <p:txBody>
          <a:bodyPr/>
          <a:lstStyle/>
          <a:p>
            <a:endParaRPr lang="en-US"/>
          </a:p>
        </p:txBody>
      </p:sp>
      <p:sp>
        <p:nvSpPr>
          <p:cNvPr id="4" name="Text Placeholder 3">
            <a:extLst>
              <a:ext uri="{FF2B5EF4-FFF2-40B4-BE49-F238E27FC236}">
                <a16:creationId xmlns:a16="http://schemas.microsoft.com/office/drawing/2014/main" id="{CB0482A5-6478-0234-8DB1-4DDEE5D50D2C}"/>
              </a:ext>
            </a:extLst>
          </p:cNvPr>
          <p:cNvSpPr>
            <a:spLocks noGrp="1"/>
          </p:cNvSpPr>
          <p:nvPr>
            <p:ph type="body" sz="quarter" idx="10"/>
          </p:nvPr>
        </p:nvSpPr>
        <p:spPr/>
        <p:txBody>
          <a:bodyPr/>
          <a:lstStyle/>
          <a:p>
            <a:r>
              <a:rPr lang="en-US"/>
              <a:t>[Footnotes/references, if needed, appear here in Arial Regular 8pt.</a:t>
            </a:r>
          </a:p>
          <a:p>
            <a:r>
              <a:rPr lang="en-US"/>
              <a:t>Text grows upwards as lines are added.]</a:t>
            </a:r>
          </a:p>
        </p:txBody>
      </p:sp>
    </p:spTree>
    <p:extLst>
      <p:ext uri="{BB962C8B-B14F-4D97-AF65-F5344CB8AC3E}">
        <p14:creationId xmlns:p14="http://schemas.microsoft.com/office/powerpoint/2010/main" val="9065979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C55DB-F8AE-634C-A03C-3042914045A7}"/>
              </a:ext>
            </a:extLst>
          </p:cNvPr>
          <p:cNvSpPr>
            <a:spLocks noGrp="1"/>
          </p:cNvSpPr>
          <p:nvPr>
            <p:ph type="title"/>
          </p:nvPr>
        </p:nvSpPr>
        <p:spPr/>
        <p:txBody>
          <a:bodyPr/>
          <a:lstStyle/>
          <a:p>
            <a:r>
              <a:rPr lang="en-US"/>
              <a:t>Section Header</a:t>
            </a:r>
          </a:p>
        </p:txBody>
      </p:sp>
      <p:sp>
        <p:nvSpPr>
          <p:cNvPr id="9" name="Subtitle 2">
            <a:extLst>
              <a:ext uri="{FF2B5EF4-FFF2-40B4-BE49-F238E27FC236}">
                <a16:creationId xmlns:a16="http://schemas.microsoft.com/office/drawing/2014/main" id="{A71338F7-56F0-0540-BD04-0F76C01630E2}"/>
              </a:ext>
            </a:extLst>
          </p:cNvPr>
          <p:cNvSpPr>
            <a:spLocks noGrp="1"/>
          </p:cNvSpPr>
          <p:nvPr>
            <p:ph type="subTitle" idx="1"/>
          </p:nvPr>
        </p:nvSpPr>
        <p:spPr/>
        <p:txBody>
          <a:bodyPr/>
          <a:lstStyle/>
          <a:p>
            <a:r>
              <a:rPr lang="en-US"/>
              <a:t>Subtitle, if needed</a:t>
            </a:r>
          </a:p>
        </p:txBody>
      </p:sp>
      <p:sp>
        <p:nvSpPr>
          <p:cNvPr id="11" name="Slide Number Placeholder 3">
            <a:extLst>
              <a:ext uri="{FF2B5EF4-FFF2-40B4-BE49-F238E27FC236}">
                <a16:creationId xmlns:a16="http://schemas.microsoft.com/office/drawing/2014/main" id="{E8BEFC97-0197-2656-F549-483917C2158B}"/>
              </a:ext>
            </a:extLst>
          </p:cNvPr>
          <p:cNvSpPr txBox="1">
            <a:spLocks/>
          </p:cNvSpPr>
          <p:nvPr/>
        </p:nvSpPr>
        <p:spPr>
          <a:xfrm>
            <a:off x="11187057" y="6284003"/>
            <a:ext cx="457200" cy="228600"/>
          </a:xfrm>
          <a:prstGeom prst="rect">
            <a:avLst/>
          </a:prstGeom>
        </p:spPr>
        <p:txBody>
          <a:bodyPr vert="horz" wrap="none" lIns="0" tIns="0" rIns="0" bIns="0" rtlCol="0" anchor="b" anchorCtr="0"/>
          <a:lstStyle>
            <a:defPPr>
              <a:defRPr lang="en-US"/>
            </a:defPPr>
            <a:lvl1pPr marL="0" algn="r" defTabSz="914400" rtl="0" eaLnBrk="1" latinLnBrk="0" hangingPunct="1">
              <a:defRPr sz="12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5744337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CB8846-17C1-F1A2-48D7-87FDF97E8BB1}"/>
              </a:ext>
            </a:extLst>
          </p:cNvPr>
          <p:cNvSpPr>
            <a:spLocks noGrp="1"/>
          </p:cNvSpPr>
          <p:nvPr>
            <p:ph type="title"/>
          </p:nvPr>
        </p:nvSpPr>
        <p:spPr/>
        <p:txBody>
          <a:bodyPr/>
          <a:lstStyle/>
          <a:p>
            <a:r>
              <a:rPr lang="en-US"/>
              <a:t>Section Header</a:t>
            </a:r>
          </a:p>
        </p:txBody>
      </p:sp>
      <p:sp>
        <p:nvSpPr>
          <p:cNvPr id="8" name="Subtitle 7">
            <a:extLst>
              <a:ext uri="{FF2B5EF4-FFF2-40B4-BE49-F238E27FC236}">
                <a16:creationId xmlns:a16="http://schemas.microsoft.com/office/drawing/2014/main" id="{CED8799E-41AF-BF90-E75A-58D64001A6E3}"/>
              </a:ext>
            </a:extLst>
          </p:cNvPr>
          <p:cNvSpPr>
            <a:spLocks noGrp="1"/>
          </p:cNvSpPr>
          <p:nvPr>
            <p:ph type="subTitle" idx="1"/>
          </p:nvPr>
        </p:nvSpPr>
        <p:spPr/>
        <p:txBody>
          <a:bodyPr/>
          <a:lstStyle/>
          <a:p>
            <a:r>
              <a:rPr lang="en-US"/>
              <a:t>Subtitle, if needed</a:t>
            </a:r>
          </a:p>
        </p:txBody>
      </p:sp>
    </p:spTree>
    <p:extLst>
      <p:ext uri="{BB962C8B-B14F-4D97-AF65-F5344CB8AC3E}">
        <p14:creationId xmlns:p14="http://schemas.microsoft.com/office/powerpoint/2010/main" val="2398435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767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7438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extLst>
    <a:ext uri="{05A4C25C-085E-4340-85A3-A5531E510DB2}">
      <thm15:themeFamily xmlns:thm15="http://schemas.microsoft.com/office/thememl/2012/main" name="MetLife Next Horizon PowerPoint ARIAL 12Dec2019" id="{06D48AAE-D007-45AE-9F12-F75160150704}" vid="{CD3EE74F-E4E9-4ABC-B919-7F92530A2A51}"/>
    </a:ext>
  </a:extLst>
</a:theme>
</file>

<file path=ppt/theme/theme2.xml><?xml version="1.0" encoding="utf-8"?>
<a:theme xmlns:a="http://schemas.openxmlformats.org/drawingml/2006/main" name="2_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extLst>
    <a:ext uri="{05A4C25C-085E-4340-85A3-A5531E510DB2}">
      <thm15:themeFamily xmlns:thm15="http://schemas.microsoft.com/office/thememl/2012/main" name="MetLife Next Horizon PowerPoint ARIAL 12Dec2019" id="{06D48AAE-D007-45AE-9F12-F75160150704}" vid="{CD3EE74F-E4E9-4ABC-B919-7F92530A2A51}"/>
    </a:ext>
  </a:extLst>
</a:theme>
</file>

<file path=ppt/theme/theme3.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theme>
</file>

<file path=ppt/theme/theme4.xml><?xml version="1.0" encoding="utf-8"?>
<a:theme xmlns:a="http://schemas.openxmlformats.org/drawingml/2006/main" name="MetLife Next Horizon">
  <a:themeElements>
    <a:clrScheme name="MetLife Next Horizon Colors">
      <a:dk1>
        <a:srgbClr val="000000"/>
      </a:dk1>
      <a:lt1>
        <a:srgbClr val="FFFFFF"/>
      </a:lt1>
      <a:dk2>
        <a:srgbClr val="DB0A5B"/>
      </a:dk2>
      <a:lt2>
        <a:srgbClr val="FFC600"/>
      </a:lt2>
      <a:accent1>
        <a:srgbClr val="0090DA"/>
      </a:accent1>
      <a:accent2>
        <a:srgbClr val="0061A0"/>
      </a:accent2>
      <a:accent3>
        <a:srgbClr val="A4CE4E"/>
      </a:accent3>
      <a:accent4>
        <a:srgbClr val="75787B"/>
      </a:accent4>
      <a:accent5>
        <a:srgbClr val="A7A8AA"/>
      </a:accent5>
      <a:accent6>
        <a:srgbClr val="D9D9D6"/>
      </a:accent6>
      <a:hlink>
        <a:srgbClr val="0061A0"/>
      </a:hlink>
      <a:folHlink>
        <a:srgbClr val="0061A0"/>
      </a:folHlink>
    </a:clrScheme>
    <a:fontScheme name="MetLife Next Horizon Fonts">
      <a:majorFont>
        <a:latin typeface="Arial"/>
        <a:ea typeface=""/>
        <a:cs typeface=""/>
      </a:majorFont>
      <a:minorFont>
        <a:latin typeface="Arial"/>
        <a:ea typeface=""/>
        <a:cs typeface=""/>
      </a:minorFont>
    </a:fontScheme>
    <a:fmtScheme name="MetLife Next Horizon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6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Arial"/>
          <a:buChar char="•"/>
          <a:defRPr sz="1600"/>
        </a:defPPr>
      </a:lstStyle>
    </a:txDef>
  </a:objectDefaults>
  <a:extraClrSchemeLst/>
  <a:custClrLst>
    <a:custClr name="MetLife Blue">
      <a:srgbClr val="0090DA"/>
    </a:custClr>
    <a:custClr name="MetLife Dark Blue">
      <a:srgbClr val="0061A0"/>
    </a:custClr>
    <a:custClr name="MetLife Green">
      <a:srgbClr val="A4CE4E"/>
    </a:custClr>
    <a:custClr name="MetLife Dark Gray">
      <a:srgbClr val="75787B"/>
    </a:custClr>
    <a:custClr name="MetLife Medium Gray">
      <a:srgbClr val="A7A8AA"/>
    </a:custClr>
    <a:custClr name="MetLife Gray">
      <a:srgbClr val="D9D9D6"/>
    </a:custClr>
    <a:custClr name="MetLife Light Gray">
      <a:srgbClr val="F2F2F2"/>
    </a:custClr>
    <a:custClr name="MetLife Berry">
      <a:srgbClr val="DB0A5B"/>
    </a:custClr>
    <a:custClr name="MetLife Teal">
      <a:srgbClr val="00ACA0"/>
    </a:custClr>
    <a:custClr name="MetLife Purple">
      <a:srgbClr val="5F259F"/>
    </a:custClr>
    <a:custClr name="MetLife Yellow">
      <a:srgbClr val="FFC600"/>
    </a:custClr>
    <a:custClr name="Black">
      <a:srgbClr val="000000"/>
    </a:custClr>
    <a:custClr name="White">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f5af0f96-557c-40e5-b74f-4de88d247c44" ContentTypeId="0x0101" PreviousValue="false"/>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c3a60732cff4bd6a1032848edf6a57b xmlns="d18c1617-1ac8-4b22-9cef-b2ac240d88cb">
      <Terms xmlns="http://schemas.microsoft.com/office/infopath/2007/PartnerControls"/>
    </pc3a60732cff4bd6a1032848edf6a57b>
    <TaxKeywordTaxHTField xmlns="d18c1617-1ac8-4b22-9cef-b2ac240d88cb">
      <Terms xmlns="http://schemas.microsoft.com/office/infopath/2007/PartnerControls"/>
    </TaxKeywordTaxHTField>
    <aa413b61045448e6bc230aa29a84eb0b xmlns="d18c1617-1ac8-4b22-9cef-b2ac240d88cb">
      <Terms xmlns="http://schemas.microsoft.com/office/infopath/2007/PartnerControls"/>
    </aa413b61045448e6bc230aa29a84eb0b>
    <hae69c9a3b974f6ea09ed5059cd93782 xmlns="d18c1617-1ac8-4b22-9cef-b2ac240d88cb">
      <Terms xmlns="http://schemas.microsoft.com/office/infopath/2007/PartnerControls"/>
    </hae69c9a3b974f6ea09ed5059cd93782>
    <o2a67a7f239d463099c84f831d9f71a7 xmlns="d18c1617-1ac8-4b22-9cef-b2ac240d88cb">
      <Terms xmlns="http://schemas.microsoft.com/office/infopath/2007/PartnerControls"/>
    </o2a67a7f239d463099c84f831d9f71a7>
    <TaxCatchAll xmlns="d18c1617-1ac8-4b22-9cef-b2ac240d88cb" xsi:nil="true"/>
    <lcf76f155ced4ddcb4097134ff3c332f xmlns="e5cd18c6-75a3-4f65-9d5e-bf8935d4270e">
      <Terms xmlns="http://schemas.microsoft.com/office/infopath/2007/PartnerControls"/>
    </lcf76f155ced4ddcb4097134ff3c332f>
    <_ip_UnifiedCompliancePolicyUIAction xmlns="http://schemas.microsoft.com/sharepoint/v3" xsi:nil="true"/>
    <Comment xmlns="e5cd18c6-75a3-4f65-9d5e-bf8935d4270e" xsi:nil="true"/>
    <_ip_UnifiedCompliancePolicyProperties xmlns="http://schemas.microsoft.com/sharepoint/v3"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E8955F6CCF1C284282D5A7ACD88B7E27" ma:contentTypeVersion="20" ma:contentTypeDescription="Create a new document." ma:contentTypeScope="" ma:versionID="e4a77a7379206fe877017596e862384b">
  <xsd:schema xmlns:xsd="http://www.w3.org/2001/XMLSchema" xmlns:xs="http://www.w3.org/2001/XMLSchema" xmlns:p="http://schemas.microsoft.com/office/2006/metadata/properties" xmlns:ns1="http://schemas.microsoft.com/sharepoint/v3" xmlns:ns2="d18c1617-1ac8-4b22-9cef-b2ac240d88cb" xmlns:ns3="e5cd18c6-75a3-4f65-9d5e-bf8935d4270e" xmlns:ns4="41cf692d-c197-434f-9d13-a60fdce54e13" targetNamespace="http://schemas.microsoft.com/office/2006/metadata/properties" ma:root="true" ma:fieldsID="0bcff29163fc86290b9d86be32ef5e13" ns1:_="" ns2:_="" ns3:_="" ns4:_="">
    <xsd:import namespace="http://schemas.microsoft.com/sharepoint/v3"/>
    <xsd:import namespace="d18c1617-1ac8-4b22-9cef-b2ac240d88cb"/>
    <xsd:import namespace="e5cd18c6-75a3-4f65-9d5e-bf8935d4270e"/>
    <xsd:import namespace="41cf692d-c197-434f-9d13-a60fdce54e13"/>
    <xsd:element name="properties">
      <xsd:complexType>
        <xsd:sequence>
          <xsd:element name="documentManagement">
            <xsd:complexType>
              <xsd:all>
                <xsd:element ref="ns2:TaxKeywordTaxHTField" minOccurs="0"/>
                <xsd:element ref="ns2:TaxCatchAll" minOccurs="0"/>
                <xsd:element ref="ns2:TaxCatchAllLabel" minOccurs="0"/>
                <xsd:element ref="ns2:hae69c9a3b974f6ea09ed5059cd93782" minOccurs="0"/>
                <xsd:element ref="ns2:aa413b61045448e6bc230aa29a84eb0b" minOccurs="0"/>
                <xsd:element ref="ns2:o2a67a7f239d463099c84f831d9f71a7" minOccurs="0"/>
                <xsd:element ref="ns2:pc3a60732cff4bd6a1032848edf6a57b" minOccurs="0"/>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1:_ip_UnifiedCompliancePolicyProperties" minOccurs="0"/>
                <xsd:element ref="ns1:_ip_UnifiedCompliancePolicyUIAction" minOccurs="0"/>
                <xsd:element ref="ns3:MediaServiceAutoKeyPoints" minOccurs="0"/>
                <xsd:element ref="ns3:MediaServiceKeyPoints"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3:Comment"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18c1617-1ac8-4b22-9cef-b2ac240d88cb"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fieldId="{23f27201-bee3-471e-b2e7-b64fd8b7ca38}" ma:taxonomyMulti="true" ma:sspId="f5af0f96-557c-40e5-b74f-4de88d247c44"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1de3f926-0161-47a6-bc8f-66b841707944}" ma:internalName="TaxCatchAll" ma:showField="CatchAllData" ma:web="41cf692d-c197-434f-9d13-a60fdce54e13">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1de3f926-0161-47a6-bc8f-66b841707944}" ma:internalName="TaxCatchAllLabel" ma:readOnly="true" ma:showField="CatchAllDataLabel" ma:web="41cf692d-c197-434f-9d13-a60fdce54e13">
      <xsd:complexType>
        <xsd:complexContent>
          <xsd:extension base="dms:MultiChoiceLookup">
            <xsd:sequence>
              <xsd:element name="Value" type="dms:Lookup" maxOccurs="unbounded" minOccurs="0" nillable="true"/>
            </xsd:sequence>
          </xsd:extension>
        </xsd:complexContent>
      </xsd:complexType>
    </xsd:element>
    <xsd:element name="hae69c9a3b974f6ea09ed5059cd93782" ma:index="12" nillable="true" ma:taxonomy="true" ma:internalName="hae69c9a3b974f6ea09ed5059cd93782" ma:taxonomyFieldName="ML_Geography" ma:displayName="Geography" ma:fieldId="{1ae69c9a-3b97-4f6e-a09e-d5059cd93782}" ma:taxonomyMulti="true" ma:sspId="f5af0f96-557c-40e5-b74f-4de88d247c44" ma:termSetId="f4bc552d-80e9-412b-b8d4-dc34d9eb8627" ma:anchorId="00000000-0000-0000-0000-000000000000" ma:open="false" ma:isKeyword="false">
      <xsd:complexType>
        <xsd:sequence>
          <xsd:element ref="pc:Terms" minOccurs="0" maxOccurs="1"/>
        </xsd:sequence>
      </xsd:complexType>
    </xsd:element>
    <xsd:element name="aa413b61045448e6bc230aa29a84eb0b" ma:index="14" nillable="true" ma:taxonomy="true" ma:internalName="aa413b61045448e6bc230aa29a84eb0b" ma:taxonomyFieldName="ML_LineOfBusiness" ma:displayName="Line of Business" ma:fieldId="{aa413b61-0454-48e6-bc23-0aa29a84eb0b}" ma:taxonomyMulti="true" ma:sspId="f5af0f96-557c-40e5-b74f-4de88d247c44" ma:termSetId="46c83da5-9adb-4a6d-91e4-77f5077fc76b" ma:anchorId="00000000-0000-0000-0000-000000000000" ma:open="false" ma:isKeyword="false">
      <xsd:complexType>
        <xsd:sequence>
          <xsd:element ref="pc:Terms" minOccurs="0" maxOccurs="1"/>
        </xsd:sequence>
      </xsd:complexType>
    </xsd:element>
    <xsd:element name="o2a67a7f239d463099c84f831d9f71a7" ma:index="16" nillable="true" ma:taxonomy="true" ma:internalName="o2a67a7f239d463099c84f831d9f71a7" ma:taxonomyFieldName="ML_OfficeLocation" ma:displayName="Office Location" ma:fieldId="{82a67a7f-239d-4630-99c8-4f831d9f71a7}" ma:taxonomyMulti="true" ma:sspId="f5af0f96-557c-40e5-b74f-4de88d247c44" ma:termSetId="441ea418-53ba-4ba6-ade2-cf7ca33080f0" ma:anchorId="00000000-0000-0000-0000-000000000000" ma:open="false" ma:isKeyword="false">
      <xsd:complexType>
        <xsd:sequence>
          <xsd:element ref="pc:Terms" minOccurs="0" maxOccurs="1"/>
        </xsd:sequence>
      </xsd:complexType>
    </xsd:element>
    <xsd:element name="pc3a60732cff4bd6a1032848edf6a57b" ma:index="18" nillable="true" ma:taxonomy="true" ma:internalName="pc3a60732cff4bd6a1032848edf6a57b" ma:taxonomyFieldName="ML_Roles" ma:displayName="Roles" ma:fieldId="{9c3a6073-2cff-4bd6-a103-2848edf6a57b}" ma:taxonomyMulti="true" ma:sspId="f5af0f96-557c-40e5-b74f-4de88d247c44" ma:termSetId="79b653d6-6741-48c0-b5a8-f7c31de24a4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5cd18c6-75a3-4f65-9d5e-bf8935d4270e" elementFormDefault="qualified">
    <xsd:import namespace="http://schemas.microsoft.com/office/2006/documentManagement/types"/>
    <xsd:import namespace="http://schemas.microsoft.com/office/infopath/2007/PartnerControls"/>
    <xsd:element name="MediaServiceMetadata" ma:index="20" nillable="true" ma:displayName="MediaServiceMetadata" ma:hidden="true" ma:internalName="MediaServiceMetadata" ma:readOnly="true">
      <xsd:simpleType>
        <xsd:restriction base="dms:Note"/>
      </xsd:simpleType>
    </xsd:element>
    <xsd:element name="MediaServiceFastMetadata" ma:index="21" nillable="true" ma:displayName="MediaServiceFastMetadata" ma:hidden="true" ma:internalName="MediaServiceFastMetadata" ma:readOnly="true">
      <xsd:simpleType>
        <xsd:restriction base="dms:Note"/>
      </xsd:simpleType>
    </xsd:element>
    <xsd:element name="MediaServiceAutoTags" ma:index="22" nillable="true" ma:displayName="Tags" ma:internalName="MediaServiceAutoTag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DateTaken" ma:index="24" nillable="true" ma:displayName="MediaServiceDateTaken" ma:hidden="true" ma:internalName="MediaServiceDateTaken" ma:readOnly="true">
      <xsd:simpleType>
        <xsd:restriction base="dms:Text"/>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MediaServiceGenerationTime" ma:index="31" nillable="true" ma:displayName="MediaServiceGenerationTime" ma:hidden="true" ma:internalName="MediaServiceGenerationTime" ma:readOnly="true">
      <xsd:simpleType>
        <xsd:restriction base="dms:Text"/>
      </xsd:simpleType>
    </xsd:element>
    <xsd:element name="MediaServiceEventHashCode" ma:index="32" nillable="true" ma:displayName="MediaServiceEventHashCode" ma:hidden="true" ma:internalName="MediaServiceEventHashCode" ma:readOnly="true">
      <xsd:simpleType>
        <xsd:restriction base="dms:Text"/>
      </xsd:simpleType>
    </xsd:element>
    <xsd:element name="MediaLengthInSeconds" ma:index="33" nillable="true" ma:displayName="MediaLengthInSeconds" ma:hidden="true" ma:internalName="MediaLengthInSeconds" ma:readOnly="true">
      <xsd:simpleType>
        <xsd:restriction base="dms:Unknown"/>
      </xsd:simpleType>
    </xsd:element>
    <xsd:element name="MediaServiceLocation" ma:index="34" nillable="true" ma:displayName="Location" ma:internalName="MediaServiceLocation" ma:readOnly="true">
      <xsd:simpleType>
        <xsd:restriction base="dms:Text"/>
      </xsd:simpleType>
    </xsd:element>
    <xsd:element name="lcf76f155ced4ddcb4097134ff3c332f" ma:index="36" nillable="true" ma:taxonomy="true" ma:internalName="lcf76f155ced4ddcb4097134ff3c332f" ma:taxonomyFieldName="MediaServiceImageTags" ma:displayName="Image Tags" ma:readOnly="false" ma:fieldId="{5cf76f15-5ced-4ddc-b409-7134ff3c332f}" ma:taxonomyMulti="true" ma:sspId="f5af0f96-557c-40e5-b74f-4de88d247c44" ma:termSetId="09814cd3-568e-fe90-9814-8d621ff8fb84" ma:anchorId="fba54fb3-c3e1-fe81-a776-ca4b69148c4d" ma:open="true" ma:isKeyword="false">
      <xsd:complexType>
        <xsd:sequence>
          <xsd:element ref="pc:Terms" minOccurs="0" maxOccurs="1"/>
        </xsd:sequence>
      </xsd:complexType>
    </xsd:element>
    <xsd:element name="Comment" ma:index="37" nillable="true" ma:displayName="Comment" ma:format="Dropdown" ma:internalName="Comment">
      <xsd:simpleType>
        <xsd:restriction base="dms:Text">
          <xsd:maxLength value="255"/>
        </xsd:restriction>
      </xsd:simpleType>
    </xsd:element>
    <xsd:element name="MediaServiceObjectDetectorVersions" ma:index="3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cf692d-c197-434f-9d13-a60fdce54e13" elementFormDefault="qualified">
    <xsd:import namespace="http://schemas.microsoft.com/office/2006/documentManagement/types"/>
    <xsd:import namespace="http://schemas.microsoft.com/office/infopath/2007/PartnerControls"/>
    <xsd:element name="SharedWithUsers" ma:index="2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4A451B-86F7-4648-8FAA-8BC301AFFCED}">
  <ds:schemaRefs>
    <ds:schemaRef ds:uri="Microsoft.SharePoint.Taxonomy.ContentTypeSync"/>
  </ds:schemaRefs>
</ds:datastoreItem>
</file>

<file path=customXml/itemProps2.xml><?xml version="1.0" encoding="utf-8"?>
<ds:datastoreItem xmlns:ds="http://schemas.openxmlformats.org/officeDocument/2006/customXml" ds:itemID="{89FA7469-1AA0-4716-9CA2-4E53B5DA0CD5}">
  <ds:schemaRefs>
    <ds:schemaRef ds:uri="http://schemas.microsoft.com/sharepoint/v3/contenttype/forms"/>
  </ds:schemaRefs>
</ds:datastoreItem>
</file>

<file path=customXml/itemProps3.xml><?xml version="1.0" encoding="utf-8"?>
<ds:datastoreItem xmlns:ds="http://schemas.openxmlformats.org/officeDocument/2006/customXml" ds:itemID="{30660F53-9F04-413A-8043-C63B8A089E24}">
  <ds:schemaRefs>
    <ds:schemaRef ds:uri="41cf692d-c197-434f-9d13-a60fdce54e13"/>
    <ds:schemaRef ds:uri="d18c1617-1ac8-4b22-9cef-b2ac240d88cb"/>
    <ds:schemaRef ds:uri="e5cd18c6-75a3-4f65-9d5e-bf8935d427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D31B4CFC-1882-4D82-AD05-6A4D332F59AB}">
  <ds:schemaRefs>
    <ds:schemaRef ds:uri="41cf692d-c197-434f-9d13-a60fdce54e13"/>
    <ds:schemaRef ds:uri="d18c1617-1ac8-4b22-9cef-b2ac240d88cb"/>
    <ds:schemaRef ds:uri="e5cd18c6-75a3-4f65-9d5e-bf8935d427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a56a4a5-e300-406a-98ff-7e36a0baac5b}" enabled="0" method="" siteId="{ca56a4a5-e300-406a-98ff-7e36a0baac5b}"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21</Slides>
  <Notes>6</Notes>
  <HiddenSlides>0</HiddenSlide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MetLife Next Horizon</vt:lpstr>
      <vt:lpstr>2_MetLife Next Horizon</vt:lpstr>
      <vt:lpstr>PowerPoint Presentation</vt:lpstr>
      <vt:lpstr>Executive Summary</vt:lpstr>
      <vt:lpstr>InsightVM Requirements</vt:lpstr>
      <vt:lpstr>Configuration Compliance</vt:lpstr>
      <vt:lpstr>Network Device Vuln Detections –  Routers &amp; Switches</vt:lpstr>
      <vt:lpstr>Agent Comparison</vt:lpstr>
      <vt:lpstr>Cost</vt:lpstr>
      <vt:lpstr>Final Verdict</vt:lpstr>
      <vt:lpstr>Questions?</vt:lpstr>
      <vt:lpstr>Click to add Title</vt:lpstr>
      <vt:lpstr>Click to add Title</vt:lpstr>
      <vt:lpstr>This is a “Three Content” slide</vt:lpstr>
      <vt:lpstr>This is a “Four Content” slide</vt:lpstr>
      <vt:lpstr>This is a “Sidebar Left” slide Subtitle, if needed</vt:lpstr>
      <vt:lpstr>This is a “Sidebar Right” slide</vt:lpstr>
      <vt:lpstr>This is a “Half Photo” slide Subtitle, if needed</vt:lpstr>
      <vt:lpstr>PowerPoint Presentation</vt:lpstr>
      <vt:lpstr>Section Header</vt:lpstr>
      <vt:lpstr>Section Header</vt:lpstr>
      <vt:lpstr>PowerPoint Presentation</vt:lpstr>
      <vt:lpstr>PowerPoint Presentation</vt:lpstr>
    </vt:vector>
  </TitlesOfParts>
  <Manager/>
  <Company>MetLife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Lau, Aggie</dc:creator>
  <cp:keywords/>
  <dc:description/>
  <cp:revision>2</cp:revision>
  <cp:lastPrinted>2019-10-06T00:46:52Z</cp:lastPrinted>
  <dcterms:created xsi:type="dcterms:W3CDTF">2019-12-16T23:27:33Z</dcterms:created>
  <dcterms:modified xsi:type="dcterms:W3CDTF">2025-11-07T02:58:13Z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0x010100E8955F6CCF1C284282D5A7ACD88B7E27</vt:lpwstr>
  </property>
  <property fmtid="{D5CDD505-2E9C-101B-9397-08002B2CF9AE}" pid="3" name="ML_LineOfBusiness">
    <vt:lpwstr/>
  </property>
  <property fmtid="{D5CDD505-2E9C-101B-9397-08002B2CF9AE}" pid="4" name="TaxKeyword">
    <vt:lpwstr/>
  </property>
  <property fmtid="{D5CDD505-2E9C-101B-9397-08002B2CF9AE}" pid="5" name="ML_Roles">
    <vt:lpwstr/>
  </property>
  <property fmtid="{D5CDD505-2E9C-101B-9397-08002B2CF9AE}" pid="6" name="ML_OfficeLocation">
    <vt:lpwstr/>
  </property>
  <property fmtid="{D5CDD505-2E9C-101B-9397-08002B2CF9AE}" pid="7" name="ML_Geography">
    <vt:lpwstr/>
  </property>
  <property fmtid="{D5CDD505-2E9C-101B-9397-08002B2CF9AE}" pid="8" name="MediaServiceImageTags">
    <vt:lpwstr/>
  </property>
</Properties>
</file>